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DD554-B002-41CC-877E-EC239BE7AAD1}" v="15" dt="2025-08-16T04:50:52.865"/>
    <p1510:client id="{916B1537-3535-1FD9-B30A-6553A9B2C8AD}" v="411" dt="2025-08-16T04:43:08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Wood" userId="4d97c9ec46417f47" providerId="LiveId" clId="{35DDD554-B002-41CC-877E-EC239BE7AAD1}"/>
    <pc:docChg chg="undo custSel modSld modMainMaster">
      <pc:chgData name="Matthew Wood" userId="4d97c9ec46417f47" providerId="LiveId" clId="{35DDD554-B002-41CC-877E-EC239BE7AAD1}" dt="2025-08-16T04:53:49.230" v="53" actId="14100"/>
      <pc:docMkLst>
        <pc:docMk/>
      </pc:docMkLst>
      <pc:sldChg chg="modSp mod">
        <pc:chgData name="Matthew Wood" userId="4d97c9ec46417f47" providerId="LiveId" clId="{35DDD554-B002-41CC-877E-EC239BE7AAD1}" dt="2025-08-16T04:53:03.074" v="48" actId="242"/>
        <pc:sldMkLst>
          <pc:docMk/>
          <pc:sldMk cId="109857222" sldId="256"/>
        </pc:sldMkLst>
        <pc:spChg chg="mod">
          <ac:chgData name="Matthew Wood" userId="4d97c9ec46417f47" providerId="LiveId" clId="{35DDD554-B002-41CC-877E-EC239BE7AAD1}" dt="2025-08-16T04:53:03.074" v="48" actId="242"/>
          <ac:spMkLst>
            <pc:docMk/>
            <pc:sldMk cId="109857222" sldId="256"/>
            <ac:spMk id="2" creationId="{00000000-0000-0000-0000-000000000000}"/>
          </ac:spMkLst>
        </pc:spChg>
      </pc:sldChg>
      <pc:sldChg chg="modSp mod">
        <pc:chgData name="Matthew Wood" userId="4d97c9ec46417f47" providerId="LiveId" clId="{35DDD554-B002-41CC-877E-EC239BE7AAD1}" dt="2025-08-16T04:53:28.634" v="50" actId="122"/>
        <pc:sldMkLst>
          <pc:docMk/>
          <pc:sldMk cId="2696733742" sldId="257"/>
        </pc:sldMkLst>
        <pc:spChg chg="mod">
          <ac:chgData name="Matthew Wood" userId="4d97c9ec46417f47" providerId="LiveId" clId="{35DDD554-B002-41CC-877E-EC239BE7AAD1}" dt="2025-08-16T04:53:28.634" v="50" actId="122"/>
          <ac:spMkLst>
            <pc:docMk/>
            <pc:sldMk cId="2696733742" sldId="257"/>
            <ac:spMk id="2" creationId="{2C5A76CD-A8CD-F529-92E5-C3054DA2E9CF}"/>
          </ac:spMkLst>
        </pc:spChg>
      </pc:sldChg>
      <pc:sldChg chg="modSp mod">
        <pc:chgData name="Matthew Wood" userId="4d97c9ec46417f47" providerId="LiveId" clId="{35DDD554-B002-41CC-877E-EC239BE7AAD1}" dt="2025-08-16T04:45:47.992" v="2" actId="27636"/>
        <pc:sldMkLst>
          <pc:docMk/>
          <pc:sldMk cId="2783894460" sldId="258"/>
        </pc:sldMkLst>
        <pc:spChg chg="mod">
          <ac:chgData name="Matthew Wood" userId="4d97c9ec46417f47" providerId="LiveId" clId="{35DDD554-B002-41CC-877E-EC239BE7AAD1}" dt="2025-08-16T04:45:47.992" v="2" actId="27636"/>
          <ac:spMkLst>
            <pc:docMk/>
            <pc:sldMk cId="2783894460" sldId="258"/>
            <ac:spMk id="8" creationId="{40485D2A-6F82-7269-9503-095F81993C08}"/>
          </ac:spMkLst>
        </pc:spChg>
      </pc:sldChg>
      <pc:sldChg chg="addSp delSp modSp mod setBg">
        <pc:chgData name="Matthew Wood" userId="4d97c9ec46417f47" providerId="LiveId" clId="{35DDD554-B002-41CC-877E-EC239BE7AAD1}" dt="2025-08-16T04:53:49.230" v="53" actId="14100"/>
        <pc:sldMkLst>
          <pc:docMk/>
          <pc:sldMk cId="676600471" sldId="259"/>
        </pc:sldMkLst>
        <pc:spChg chg="mod">
          <ac:chgData name="Matthew Wood" userId="4d97c9ec46417f47" providerId="LiveId" clId="{35DDD554-B002-41CC-877E-EC239BE7AAD1}" dt="2025-08-16T04:53:49.230" v="53" actId="14100"/>
          <ac:spMkLst>
            <pc:docMk/>
            <pc:sldMk cId="676600471" sldId="259"/>
            <ac:spMk id="2" creationId="{436FC9CB-D475-196B-8A85-365435DEB770}"/>
          </ac:spMkLst>
        </pc:spChg>
        <pc:spChg chg="add del">
          <ac:chgData name="Matthew Wood" userId="4d97c9ec46417f47" providerId="LiveId" clId="{35DDD554-B002-41CC-877E-EC239BE7AAD1}" dt="2025-08-16T04:48:18.735" v="17" actId="26606"/>
          <ac:spMkLst>
            <pc:docMk/>
            <pc:sldMk cId="676600471" sldId="259"/>
            <ac:spMk id="14" creationId="{E49D7415-2F11-44C2-B6AA-13A25B6814B9}"/>
          </ac:spMkLst>
        </pc:spChg>
        <pc:spChg chg="add del">
          <ac:chgData name="Matthew Wood" userId="4d97c9ec46417f47" providerId="LiveId" clId="{35DDD554-B002-41CC-877E-EC239BE7AAD1}" dt="2025-08-16T04:48:11.290" v="14" actId="26606"/>
          <ac:spMkLst>
            <pc:docMk/>
            <pc:sldMk cId="676600471" sldId="259"/>
            <ac:spMk id="21" creationId="{E49D7415-2F11-44C2-B6AA-13A25B6814B9}"/>
          </ac:spMkLst>
        </pc:spChg>
        <pc:spChg chg="add del">
          <ac:chgData name="Matthew Wood" userId="4d97c9ec46417f47" providerId="LiveId" clId="{35DDD554-B002-41CC-877E-EC239BE7AAD1}" dt="2025-08-16T04:48:18.679" v="16" actId="26606"/>
          <ac:spMkLst>
            <pc:docMk/>
            <pc:sldMk cId="676600471" sldId="259"/>
            <ac:spMk id="27" creationId="{E49D7415-2F11-44C2-B6AA-13A25B6814B9}"/>
          </ac:spMkLst>
        </pc:spChg>
        <pc:spChg chg="add">
          <ac:chgData name="Matthew Wood" userId="4d97c9ec46417f47" providerId="LiveId" clId="{35DDD554-B002-41CC-877E-EC239BE7AAD1}" dt="2025-08-16T04:48:18.735" v="17" actId="26606"/>
          <ac:spMkLst>
            <pc:docMk/>
            <pc:sldMk cId="676600471" sldId="259"/>
            <ac:spMk id="33" creationId="{E49D7415-2F11-44C2-B6AA-13A25B6814B9}"/>
          </ac:spMkLst>
        </pc:spChg>
        <pc:graphicFrameChg chg="mod modGraphic">
          <ac:chgData name="Matthew Wood" userId="4d97c9ec46417f47" providerId="LiveId" clId="{35DDD554-B002-41CC-877E-EC239BE7AAD1}" dt="2025-08-16T04:51:46.968" v="43" actId="14100"/>
          <ac:graphicFrameMkLst>
            <pc:docMk/>
            <pc:sldMk cId="676600471" sldId="259"/>
            <ac:graphicFrameMk id="6" creationId="{CAE01104-2458-CA08-0ED1-43572E085273}"/>
          </ac:graphicFrameMkLst>
        </pc:graphicFrameChg>
        <pc:picChg chg="mod">
          <ac:chgData name="Matthew Wood" userId="4d97c9ec46417f47" providerId="LiveId" clId="{35DDD554-B002-41CC-877E-EC239BE7AAD1}" dt="2025-08-16T04:48:18.735" v="17" actId="26606"/>
          <ac:picMkLst>
            <pc:docMk/>
            <pc:sldMk cId="676600471" sldId="259"/>
            <ac:picMk id="4" creationId="{BB0F5560-50EA-58E5-8181-E814D0ACCD69}"/>
          </ac:picMkLst>
        </pc:picChg>
        <pc:cxnChg chg="add del">
          <ac:chgData name="Matthew Wood" userId="4d97c9ec46417f47" providerId="LiveId" clId="{35DDD554-B002-41CC-877E-EC239BE7AAD1}" dt="2025-08-16T04:48:18.735" v="17" actId="26606"/>
          <ac:cxnSpMkLst>
            <pc:docMk/>
            <pc:sldMk cId="676600471" sldId="259"/>
            <ac:cxnSpMk id="12" creationId="{D2E57F3D-33BE-4306-87E6-245763719516}"/>
          </ac:cxnSpMkLst>
        </pc:cxnChg>
        <pc:cxnChg chg="add del">
          <ac:chgData name="Matthew Wood" userId="4d97c9ec46417f47" providerId="LiveId" clId="{35DDD554-B002-41CC-877E-EC239BE7AAD1}" dt="2025-08-16T04:48:18.735" v="17" actId="26606"/>
          <ac:cxnSpMkLst>
            <pc:docMk/>
            <pc:sldMk cId="676600471" sldId="259"/>
            <ac:cxnSpMk id="17" creationId="{8E0104E4-99BC-494F-8342-F250828E574F}"/>
          </ac:cxnSpMkLst>
        </pc:cxnChg>
        <pc:cxnChg chg="add del">
          <ac:chgData name="Matthew Wood" userId="4d97c9ec46417f47" providerId="LiveId" clId="{35DDD554-B002-41CC-877E-EC239BE7AAD1}" dt="2025-08-16T04:48:11.290" v="14" actId="26606"/>
          <ac:cxnSpMkLst>
            <pc:docMk/>
            <pc:sldMk cId="676600471" sldId="259"/>
            <ac:cxnSpMk id="24" creationId="{4583FD9E-C5A7-96F7-951D-7D292013CD58}"/>
          </ac:cxnSpMkLst>
        </pc:cxnChg>
        <pc:cxnChg chg="add del">
          <ac:chgData name="Matthew Wood" userId="4d97c9ec46417f47" providerId="LiveId" clId="{35DDD554-B002-41CC-877E-EC239BE7AAD1}" dt="2025-08-16T04:48:18.679" v="16" actId="26606"/>
          <ac:cxnSpMkLst>
            <pc:docMk/>
            <pc:sldMk cId="676600471" sldId="259"/>
            <ac:cxnSpMk id="30" creationId="{D2E57F3D-33BE-4306-87E6-245763719516}"/>
          </ac:cxnSpMkLst>
        </pc:cxnChg>
        <pc:cxnChg chg="add del">
          <ac:chgData name="Matthew Wood" userId="4d97c9ec46417f47" providerId="LiveId" clId="{35DDD554-B002-41CC-877E-EC239BE7AAD1}" dt="2025-08-16T04:48:18.679" v="16" actId="26606"/>
          <ac:cxnSpMkLst>
            <pc:docMk/>
            <pc:sldMk cId="676600471" sldId="259"/>
            <ac:cxnSpMk id="31" creationId="{8E0104E4-99BC-494F-8342-F250828E574F}"/>
          </ac:cxnSpMkLst>
        </pc:cxnChg>
        <pc:cxnChg chg="add">
          <ac:chgData name="Matthew Wood" userId="4d97c9ec46417f47" providerId="LiveId" clId="{35DDD554-B002-41CC-877E-EC239BE7AAD1}" dt="2025-08-16T04:48:18.735" v="17" actId="26606"/>
          <ac:cxnSpMkLst>
            <pc:docMk/>
            <pc:sldMk cId="676600471" sldId="259"/>
            <ac:cxnSpMk id="34" creationId="{3815BE95-1337-20E2-B2EF-5DA486F72FCB}"/>
          </ac:cxnSpMkLst>
        </pc:cxnChg>
      </pc:sldChg>
      <pc:sldMasterChg chg="setBg modSldLayout">
        <pc:chgData name="Matthew Wood" userId="4d97c9ec46417f47" providerId="LiveId" clId="{35DDD554-B002-41CC-877E-EC239BE7AAD1}" dt="2025-08-16T04:49:04.157" v="19"/>
        <pc:sldMasterMkLst>
          <pc:docMk/>
          <pc:sldMasterMk cId="648683582" sldId="2147483835"/>
        </pc:sldMasterMkLst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144230885" sldId="2147483824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4156512182" sldId="2147483825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3838680469" sldId="2147483826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3736133110" sldId="2147483827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1654315121" sldId="2147483828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3166116834" sldId="2147483829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789614726" sldId="2147483830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3023529452" sldId="2147483831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2235489361" sldId="2147483832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2012693350" sldId="2147483833"/>
          </pc:sldLayoutMkLst>
        </pc:sldLayoutChg>
        <pc:sldLayoutChg chg="setBg">
          <pc:chgData name="Matthew Wood" userId="4d97c9ec46417f47" providerId="LiveId" clId="{35DDD554-B002-41CC-877E-EC239BE7AAD1}" dt="2025-08-16T04:49:04.157" v="19"/>
          <pc:sldLayoutMkLst>
            <pc:docMk/>
            <pc:sldMasterMk cId="648683582" sldId="2147483835"/>
            <pc:sldLayoutMk cId="1753915581" sldId="2147483834"/>
          </pc:sldLayoutMkLst>
        </pc:sldLayoutChg>
      </pc:sldMasterChg>
    </pc:docChg>
  </pc:docChgLst>
  <pc:docChgLst>
    <pc:chgData name="Wood, Matthew" userId="S::matthew.wood16@snhu.edu::a8660dad-6f46-4616-b9d4-aac9155f3c96" providerId="AD" clId="Web-{916B1537-3535-1FD9-B30A-6553A9B2C8AD}"/>
    <pc:docChg chg="addSld modSld addMainMaster delMainMaster modMainMaster">
      <pc:chgData name="Wood, Matthew" userId="S::matthew.wood16@snhu.edu::a8660dad-6f46-4616-b9d4-aac9155f3c96" providerId="AD" clId="Web-{916B1537-3535-1FD9-B30A-6553A9B2C8AD}" dt="2025-08-16T04:43:08.503" v="416"/>
      <pc:docMkLst>
        <pc:docMk/>
      </pc:docMkLst>
      <pc:sldChg chg="addSp delSp modSp mod setBg modClrScheme setClrOvrMap chgLayout">
        <pc:chgData name="Wood, Matthew" userId="S::matthew.wood16@snhu.edu::a8660dad-6f46-4616-b9d4-aac9155f3c96" providerId="AD" clId="Web-{916B1537-3535-1FD9-B30A-6553A9B2C8AD}" dt="2025-08-16T04:43:08.503" v="416"/>
        <pc:sldMkLst>
          <pc:docMk/>
          <pc:sldMk cId="109857222" sldId="256"/>
        </pc:sldMkLst>
        <pc:spChg chg="mod ord">
          <ac:chgData name="Wood, Matthew" userId="S::matthew.wood16@snhu.edu::a8660dad-6f46-4616-b9d4-aac9155f3c96" providerId="AD" clId="Web-{916B1537-3535-1FD9-B30A-6553A9B2C8AD}" dt="2025-08-16T04:40:45.920" v="401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Wood, Matthew" userId="S::matthew.wood16@snhu.edu::a8660dad-6f46-4616-b9d4-aac9155f3c96" providerId="AD" clId="Web-{916B1537-3535-1FD9-B30A-6553A9B2C8AD}" dt="2025-08-16T04:41:56.407" v="412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3:46.384" v="22"/>
          <ac:spMkLst>
            <pc:docMk/>
            <pc:sldMk cId="109857222" sldId="256"/>
            <ac:spMk id="9" creationId="{8BEC44CD-E290-4D60-A056-5BA05B182AC3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3:46.384" v="22"/>
          <ac:spMkLst>
            <pc:docMk/>
            <pc:sldMk cId="109857222" sldId="256"/>
            <ac:spMk id="11" creationId="{B2C335F7-F61C-4EB4-80F2-4B1438FE66BB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3:46.384" v="22"/>
          <ac:spMkLst>
            <pc:docMk/>
            <pc:sldMk cId="109857222" sldId="256"/>
            <ac:spMk id="13" creationId="{F1189494-2B67-46D2-93D6-A122A09BF6B2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51.128" v="34"/>
          <ac:spMkLst>
            <pc:docMk/>
            <pc:sldMk cId="109857222" sldId="256"/>
            <ac:spMk id="15" creationId="{5BE2A49E-0BD9-321C-F602-AFA2FCF9B27B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51.128" v="34"/>
          <ac:spMkLst>
            <pc:docMk/>
            <pc:sldMk cId="109857222" sldId="256"/>
            <ac:spMk id="16" creationId="{DC22E14B-4FF3-5229-CA86-75E25F3725E7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51.128" v="34"/>
          <ac:spMkLst>
            <pc:docMk/>
            <pc:sldMk cId="109857222" sldId="256"/>
            <ac:spMk id="18" creationId="{FA6B968A-A417-B33C-613C-7B1B45542CF1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35.360" v="29"/>
          <ac:spMkLst>
            <pc:docMk/>
            <pc:sldMk cId="109857222" sldId="256"/>
            <ac:spMk id="23" creationId="{5BE2A49E-0BD9-321C-F602-AFA2FCF9B27B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35.360" v="29"/>
          <ac:spMkLst>
            <pc:docMk/>
            <pc:sldMk cId="109857222" sldId="256"/>
            <ac:spMk id="25" creationId="{63EAABAC-2289-7074-014F-97B788AAD161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35.360" v="29"/>
          <ac:spMkLst>
            <pc:docMk/>
            <pc:sldMk cId="109857222" sldId="256"/>
            <ac:spMk id="27" creationId="{1BF24CF1-EE7F-86B3-94A8-3CD26A1ADB0F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45.782" v="31"/>
          <ac:spMkLst>
            <pc:docMk/>
            <pc:sldMk cId="109857222" sldId="256"/>
            <ac:spMk id="29" creationId="{9464ED38-224B-AB8F-2B4A-18C5B2BE0BF4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45.782" v="31"/>
          <ac:spMkLst>
            <pc:docMk/>
            <pc:sldMk cId="109857222" sldId="256"/>
            <ac:spMk id="30" creationId="{5BE2A49E-0BD9-321C-F602-AFA2FCF9B27B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45.782" v="31"/>
          <ac:spMkLst>
            <pc:docMk/>
            <pc:sldMk cId="109857222" sldId="256"/>
            <ac:spMk id="31" creationId="{A23115AB-0228-0F05-D153-15B9F2CB4F75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45.782" v="31"/>
          <ac:spMkLst>
            <pc:docMk/>
            <pc:sldMk cId="109857222" sldId="256"/>
            <ac:spMk id="32" creationId="{0068CEB5-F191-9D3E-BAC0-B0E212720F36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51.079" v="33"/>
          <ac:spMkLst>
            <pc:docMk/>
            <pc:sldMk cId="109857222" sldId="256"/>
            <ac:spMk id="34" creationId="{5BE2A49E-0BD9-321C-F602-AFA2FCF9B27B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51.079" v="33"/>
          <ac:spMkLst>
            <pc:docMk/>
            <pc:sldMk cId="109857222" sldId="256"/>
            <ac:spMk id="35" creationId="{6503E140-404C-6029-E890-7AB556214DB7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6:51.079" v="33"/>
          <ac:spMkLst>
            <pc:docMk/>
            <pc:sldMk cId="109857222" sldId="256"/>
            <ac:spMk id="36" creationId="{9848ADCE-4E1B-5DA1-9CA7-5520DB9B5B07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7:46.784" v="36"/>
          <ac:spMkLst>
            <pc:docMk/>
            <pc:sldMk cId="109857222" sldId="256"/>
            <ac:spMk id="38" creationId="{65735658-270A-8D75-091E-AFB444A3D617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7:46.784" v="36"/>
          <ac:spMkLst>
            <pc:docMk/>
            <pc:sldMk cId="109857222" sldId="256"/>
            <ac:spMk id="39" creationId="{97081EE3-B6BE-9584-F5AF-E5F6484DA7A1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7:46.784" v="36"/>
          <ac:spMkLst>
            <pc:docMk/>
            <pc:sldMk cId="109857222" sldId="256"/>
            <ac:spMk id="40" creationId="{AECA60A3-8BC0-F859-39D4-90C8FF19AF6E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8:26.739" v="45"/>
          <ac:spMkLst>
            <pc:docMk/>
            <pc:sldMk cId="109857222" sldId="256"/>
            <ac:spMk id="49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8:14.332" v="40"/>
          <ac:spMkLst>
            <pc:docMk/>
            <pc:sldMk cId="109857222" sldId="256"/>
            <ac:spMk id="60" creationId="{744CAA32-F237-419C-A2DD-43C28D920D3C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8:23.270" v="42"/>
          <ac:spMkLst>
            <pc:docMk/>
            <pc:sldMk cId="109857222" sldId="256"/>
            <ac:spMk id="67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8:26.692" v="44"/>
          <ac:spMkLst>
            <pc:docMk/>
            <pc:sldMk cId="109857222" sldId="256"/>
            <ac:spMk id="69" creationId="{9EB54D17-3792-403D-9127-495845021D2B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8:26.692" v="44"/>
          <ac:spMkLst>
            <pc:docMk/>
            <pc:sldMk cId="109857222" sldId="256"/>
            <ac:spMk id="70" creationId="{C07271E9-21F4-400B-84B6-052EAFCFE540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3:58:26.692" v="44"/>
          <ac:spMkLst>
            <pc:docMk/>
            <pc:sldMk cId="109857222" sldId="256"/>
            <ac:spMk id="71" creationId="{3E3D78ED-34B7-4F8E-8377-994DCAD3C852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39:23.135" v="389"/>
          <ac:spMkLst>
            <pc:docMk/>
            <pc:sldMk cId="109857222" sldId="256"/>
            <ac:spMk id="79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40:45.920" v="401"/>
          <ac:spMkLst>
            <pc:docMk/>
            <pc:sldMk cId="109857222" sldId="256"/>
            <ac:spMk id="89" creationId="{E49D7415-2F11-44C2-B6AA-13A25B6814B9}"/>
          </ac:spMkLst>
        </pc:spChg>
        <pc:spChg chg="add">
          <ac:chgData name="Wood, Matthew" userId="S::matthew.wood16@snhu.edu::a8660dad-6f46-4616-b9d4-aac9155f3c96" providerId="AD" clId="Web-{916B1537-3535-1FD9-B30A-6553A9B2C8AD}" dt="2025-08-16T04:40:45.920" v="401"/>
          <ac:spMkLst>
            <pc:docMk/>
            <pc:sldMk cId="109857222" sldId="256"/>
            <ac:spMk id="102" creationId="{E49D7415-2F11-44C2-B6AA-13A25B6814B9}"/>
          </ac:spMkLst>
        </pc:spChg>
        <pc:grpChg chg="add del">
          <ac:chgData name="Wood, Matthew" userId="S::matthew.wood16@snhu.edu::a8660dad-6f46-4616-b9d4-aac9155f3c96" providerId="AD" clId="Web-{916B1537-3535-1FD9-B30A-6553A9B2C8AD}" dt="2025-08-16T03:58:26.692" v="44"/>
          <ac:grpSpMkLst>
            <pc:docMk/>
            <pc:sldMk cId="109857222" sldId="256"/>
            <ac:grpSpMk id="72" creationId="{A1527245-C5C2-4BD3-8317-C4D6D7A10213}"/>
          </ac:grpSpMkLst>
        </pc:grpChg>
        <pc:picChg chg="add del">
          <ac:chgData name="Wood, Matthew" userId="S::matthew.wood16@snhu.edu::a8660dad-6f46-4616-b9d4-aac9155f3c96" providerId="AD" clId="Web-{916B1537-3535-1FD9-B30A-6553A9B2C8AD}" dt="2025-08-16T03:53:46.384" v="22"/>
          <ac:picMkLst>
            <pc:docMk/>
            <pc:sldMk cId="109857222" sldId="256"/>
            <ac:picMk id="4" creationId="{ECF052CE-42AB-F015-4C7A-954CB38B7612}"/>
          </ac:picMkLst>
        </pc:picChg>
        <pc:picChg chg="add mod ord">
          <ac:chgData name="Wood, Matthew" userId="S::matthew.wood16@snhu.edu::a8660dad-6f46-4616-b9d4-aac9155f3c96" providerId="AD" clId="Web-{916B1537-3535-1FD9-B30A-6553A9B2C8AD}" dt="2025-08-16T04:40:45.920" v="401"/>
          <ac:picMkLst>
            <pc:docMk/>
            <pc:sldMk cId="109857222" sldId="256"/>
            <ac:picMk id="5" creationId="{1A81A338-5D24-33FC-66C5-A8613234FAA7}"/>
          </ac:picMkLst>
        </pc:picChg>
        <pc:picChg chg="add del mod ord">
          <ac:chgData name="Wood, Matthew" userId="S::matthew.wood16@snhu.edu::a8660dad-6f46-4616-b9d4-aac9155f3c96" providerId="AD" clId="Web-{916B1537-3535-1FD9-B30A-6553A9B2C8AD}" dt="2025-08-16T03:57:31.081" v="35"/>
          <ac:picMkLst>
            <pc:docMk/>
            <pc:sldMk cId="109857222" sldId="256"/>
            <ac:picMk id="17" creationId="{70BD5779-B527-A753-87F3-F16C05A13CEA}"/>
          </ac:picMkLst>
        </pc:picChg>
        <pc:cxnChg chg="add del">
          <ac:chgData name="Wood, Matthew" userId="S::matthew.wood16@snhu.edu::a8660dad-6f46-4616-b9d4-aac9155f3c96" providerId="AD" clId="Web-{916B1537-3535-1FD9-B30A-6553A9B2C8AD}" dt="2025-08-16T03:58:26.739" v="45"/>
          <ac:cxnSpMkLst>
            <pc:docMk/>
            <pc:sldMk cId="109857222" sldId="256"/>
            <ac:cxnSpMk id="45" creationId="{F64F9B95-9045-48D2-B9F3-2927E98F54AA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3:58:26.739" v="45"/>
          <ac:cxnSpMkLst>
            <pc:docMk/>
            <pc:sldMk cId="109857222" sldId="256"/>
            <ac:cxnSpMk id="47" creationId="{085AA86F-6A4D-4BCB-A045-D992CDC2959B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3:58:26.739" v="45"/>
          <ac:cxnSpMkLst>
            <pc:docMk/>
            <pc:sldMk cId="109857222" sldId="256"/>
            <ac:cxnSpMk id="51" creationId="{511FC409-B3C2-4F68-865C-C5333D6F2710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3:58:14.332" v="40"/>
          <ac:cxnSpMkLst>
            <pc:docMk/>
            <pc:sldMk cId="109857222" sldId="256"/>
            <ac:cxnSpMk id="58" creationId="{118E06E4-607B-144B-382B-AD3D06B1EE8C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3:58:14.332" v="40"/>
          <ac:cxnSpMkLst>
            <pc:docMk/>
            <pc:sldMk cId="109857222" sldId="256"/>
            <ac:cxnSpMk id="62" creationId="{02C7985C-B0C3-CC50-E86A-B5EBA40E01DF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3:58:23.270" v="42"/>
          <ac:cxnSpMkLst>
            <pc:docMk/>
            <pc:sldMk cId="109857222" sldId="256"/>
            <ac:cxnSpMk id="64" creationId="{4E495065-8864-87FB-2BCC-254769963EA4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3:58:23.270" v="42"/>
          <ac:cxnSpMkLst>
            <pc:docMk/>
            <pc:sldMk cId="109857222" sldId="256"/>
            <ac:cxnSpMk id="65" creationId="{F64F9B95-9045-48D2-B9F3-2927E98F54AA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39:23.135" v="389"/>
          <ac:cxnSpMkLst>
            <pc:docMk/>
            <pc:sldMk cId="109857222" sldId="256"/>
            <ac:cxnSpMk id="77" creationId="{F64F9B95-9045-48D2-B9F3-2927E98F54AA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39:23.135" v="389"/>
          <ac:cxnSpMkLst>
            <pc:docMk/>
            <pc:sldMk cId="109857222" sldId="256"/>
            <ac:cxnSpMk id="78" creationId="{085AA86F-6A4D-4BCB-A045-D992CDC2959B}"/>
          </ac:cxnSpMkLst>
        </pc:cxnChg>
        <pc:cxnChg chg="del">
          <ac:chgData name="Wood, Matthew" userId="S::matthew.wood16@snhu.edu::a8660dad-6f46-4616-b9d4-aac9155f3c96" providerId="AD" clId="Web-{916B1537-3535-1FD9-B30A-6553A9B2C8AD}" dt="2025-08-16T04:39:23.135" v="389"/>
          <ac:cxnSpMkLst>
            <pc:docMk/>
            <pc:sldMk cId="109857222" sldId="256"/>
            <ac:cxnSpMk id="80" creationId="{4E495065-8864-87FB-2BCC-254769963EA4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40:45.920" v="401"/>
          <ac:cxnSpMkLst>
            <pc:docMk/>
            <pc:sldMk cId="109857222" sldId="256"/>
            <ac:cxnSpMk id="85" creationId="{F64F9B95-9045-48D2-B9F3-2927E98F54AA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40:45.920" v="401"/>
          <ac:cxnSpMkLst>
            <pc:docMk/>
            <pc:sldMk cId="109857222" sldId="256"/>
            <ac:cxnSpMk id="87" creationId="{085AA86F-6A4D-4BCB-A045-D992CDC2959B}"/>
          </ac:cxnSpMkLst>
        </pc:cxnChg>
        <pc:cxnChg chg="del">
          <ac:chgData name="Wood, Matthew" userId="S::matthew.wood16@snhu.edu::a8660dad-6f46-4616-b9d4-aac9155f3c96" providerId="AD" clId="Web-{916B1537-3535-1FD9-B30A-6553A9B2C8AD}" dt="2025-08-16T04:40:45.920" v="401"/>
          <ac:cxnSpMkLst>
            <pc:docMk/>
            <pc:sldMk cId="109857222" sldId="256"/>
            <ac:cxnSpMk id="91" creationId="{D2E57F3D-33BE-4306-87E6-245763719516}"/>
          </ac:cxnSpMkLst>
        </pc:cxnChg>
        <pc:cxnChg chg="add">
          <ac:chgData name="Wood, Matthew" userId="S::matthew.wood16@snhu.edu::a8660dad-6f46-4616-b9d4-aac9155f3c96" providerId="AD" clId="Web-{916B1537-3535-1FD9-B30A-6553A9B2C8AD}" dt="2025-08-16T04:40:45.920" v="401"/>
          <ac:cxnSpMkLst>
            <pc:docMk/>
            <pc:sldMk cId="109857222" sldId="256"/>
            <ac:cxnSpMk id="98" creationId="{F64F9B95-9045-48D2-B9F3-2927E98F54AA}"/>
          </ac:cxnSpMkLst>
        </pc:cxnChg>
        <pc:cxnChg chg="add">
          <ac:chgData name="Wood, Matthew" userId="S::matthew.wood16@snhu.edu::a8660dad-6f46-4616-b9d4-aac9155f3c96" providerId="AD" clId="Web-{916B1537-3535-1FD9-B30A-6553A9B2C8AD}" dt="2025-08-16T04:40:45.920" v="401"/>
          <ac:cxnSpMkLst>
            <pc:docMk/>
            <pc:sldMk cId="109857222" sldId="256"/>
            <ac:cxnSpMk id="104" creationId="{4E495065-8864-87FB-2BCC-254769963EA4}"/>
          </ac:cxnSpMkLst>
        </pc:cxnChg>
      </pc:sldChg>
      <pc:sldChg chg="addSp modSp new mod setBg">
        <pc:chgData name="Wood, Matthew" userId="S::matthew.wood16@snhu.edu::a8660dad-6f46-4616-b9d4-aac9155f3c96" providerId="AD" clId="Web-{916B1537-3535-1FD9-B30A-6553A9B2C8AD}" dt="2025-08-16T04:43:08.503" v="416"/>
        <pc:sldMkLst>
          <pc:docMk/>
          <pc:sldMk cId="2696733742" sldId="257"/>
        </pc:sldMkLst>
        <pc:spChg chg="mod">
          <ac:chgData name="Wood, Matthew" userId="S::matthew.wood16@snhu.edu::a8660dad-6f46-4616-b9d4-aac9155f3c96" providerId="AD" clId="Web-{916B1537-3535-1FD9-B30A-6553A9B2C8AD}" dt="2025-08-16T04:24:21.059" v="259" actId="20577"/>
          <ac:spMkLst>
            <pc:docMk/>
            <pc:sldMk cId="2696733742" sldId="257"/>
            <ac:spMk id="2" creationId="{2C5A76CD-A8CD-F529-92E5-C3054DA2E9CF}"/>
          </ac:spMkLst>
        </pc:spChg>
        <pc:spChg chg="mod ord">
          <ac:chgData name="Wood, Matthew" userId="S::matthew.wood16@snhu.edu::a8660dad-6f46-4616-b9d4-aac9155f3c96" providerId="AD" clId="Web-{916B1537-3535-1FD9-B30A-6553A9B2C8AD}" dt="2025-08-16T04:23:39.214" v="255" actId="20577"/>
          <ac:spMkLst>
            <pc:docMk/>
            <pc:sldMk cId="2696733742" sldId="257"/>
            <ac:spMk id="3" creationId="{1CE7F932-F561-3D40-0C58-B5C07084AA74}"/>
          </ac:spMkLst>
        </pc:spChg>
        <pc:spChg chg="add">
          <ac:chgData name="Wood, Matthew" userId="S::matthew.wood16@snhu.edu::a8660dad-6f46-4616-b9d4-aac9155f3c96" providerId="AD" clId="Web-{916B1537-3535-1FD9-B30A-6553A9B2C8AD}" dt="2025-08-16T04:22:32.055" v="249"/>
          <ac:spMkLst>
            <pc:docMk/>
            <pc:sldMk cId="2696733742" sldId="257"/>
            <ac:spMk id="9" creationId="{E49D7415-2F11-44C2-B6AA-13A25B6814B9}"/>
          </ac:spMkLst>
        </pc:spChg>
        <pc:picChg chg="add mod">
          <ac:chgData name="Wood, Matthew" userId="S::matthew.wood16@snhu.edu::a8660dad-6f46-4616-b9d4-aac9155f3c96" providerId="AD" clId="Web-{916B1537-3535-1FD9-B30A-6553A9B2C8AD}" dt="2025-08-16T04:22:32.055" v="249"/>
          <ac:picMkLst>
            <pc:docMk/>
            <pc:sldMk cId="2696733742" sldId="257"/>
            <ac:picMk id="4" creationId="{8B787C39-E751-585B-CDDC-95A6A91D5503}"/>
          </ac:picMkLst>
        </pc:picChg>
        <pc:cxnChg chg="add">
          <ac:chgData name="Wood, Matthew" userId="S::matthew.wood16@snhu.edu::a8660dad-6f46-4616-b9d4-aac9155f3c96" providerId="AD" clId="Web-{916B1537-3535-1FD9-B30A-6553A9B2C8AD}" dt="2025-08-16T04:22:32.055" v="249"/>
          <ac:cxnSpMkLst>
            <pc:docMk/>
            <pc:sldMk cId="2696733742" sldId="257"/>
            <ac:cxnSpMk id="11" creationId="{4E495065-8864-87FB-2BCC-254769963EA4}"/>
          </ac:cxnSpMkLst>
        </pc:cxnChg>
      </pc:sldChg>
      <pc:sldChg chg="addSp delSp modSp new mod setBg">
        <pc:chgData name="Wood, Matthew" userId="S::matthew.wood16@snhu.edu::a8660dad-6f46-4616-b9d4-aac9155f3c96" providerId="AD" clId="Web-{916B1537-3535-1FD9-B30A-6553A9B2C8AD}" dt="2025-08-16T04:43:08.503" v="416"/>
        <pc:sldMkLst>
          <pc:docMk/>
          <pc:sldMk cId="2783894460" sldId="258"/>
        </pc:sldMkLst>
        <pc:spChg chg="mod">
          <ac:chgData name="Wood, Matthew" userId="S::matthew.wood16@snhu.edu::a8660dad-6f46-4616-b9d4-aac9155f3c96" providerId="AD" clId="Web-{916B1537-3535-1FD9-B30A-6553A9B2C8AD}" dt="2025-08-16T04:24:52.060" v="263" actId="20577"/>
          <ac:spMkLst>
            <pc:docMk/>
            <pc:sldMk cId="2783894460" sldId="258"/>
            <ac:spMk id="2" creationId="{209DBA98-9D61-7F9D-5609-8F5E373DF737}"/>
          </ac:spMkLst>
        </pc:spChg>
        <pc:spChg chg="del">
          <ac:chgData name="Wood, Matthew" userId="S::matthew.wood16@snhu.edu::a8660dad-6f46-4616-b9d4-aac9155f3c96" providerId="AD" clId="Web-{916B1537-3535-1FD9-B30A-6553A9B2C8AD}" dt="2025-08-16T04:00:30.117" v="67"/>
          <ac:spMkLst>
            <pc:docMk/>
            <pc:sldMk cId="2783894460" sldId="258"/>
            <ac:spMk id="3" creationId="{F9CF211A-8F75-E3C1-59EB-22885527D44A}"/>
          </ac:spMkLst>
        </pc:spChg>
        <pc:spChg chg="add del mod">
          <ac:chgData name="Wood, Matthew" userId="S::matthew.wood16@snhu.edu::a8660dad-6f46-4616-b9d4-aac9155f3c96" providerId="AD" clId="Web-{916B1537-3535-1FD9-B30A-6553A9B2C8AD}" dt="2025-08-16T04:01:30.870" v="74"/>
          <ac:spMkLst>
            <pc:docMk/>
            <pc:sldMk cId="2783894460" sldId="258"/>
            <ac:spMk id="6" creationId="{A0D5A234-E602-4862-B05A-47158B9719CE}"/>
          </ac:spMkLst>
        </pc:spChg>
        <pc:spChg chg="add del mod">
          <ac:chgData name="Wood, Matthew" userId="S::matthew.wood16@snhu.edu::a8660dad-6f46-4616-b9d4-aac9155f3c96" providerId="AD" clId="Web-{916B1537-3535-1FD9-B30A-6553A9B2C8AD}" dt="2025-08-16T04:25:27.936" v="270" actId="20577"/>
          <ac:spMkLst>
            <pc:docMk/>
            <pc:sldMk cId="2783894460" sldId="258"/>
            <ac:spMk id="8" creationId="{40485D2A-6F82-7269-9503-095F81993C08}"/>
          </ac:spMkLst>
        </pc:spChg>
        <pc:spChg chg="add del mod">
          <ac:chgData name="Wood, Matthew" userId="S::matthew.wood16@snhu.edu::a8660dad-6f46-4616-b9d4-aac9155f3c96" providerId="AD" clId="Web-{916B1537-3535-1FD9-B30A-6553A9B2C8AD}" dt="2025-08-16T04:02:09.169" v="81"/>
          <ac:spMkLst>
            <pc:docMk/>
            <pc:sldMk cId="2783894460" sldId="258"/>
            <ac:spMk id="11" creationId="{3B05E7F0-4D96-4528-2446-4EBF690C4B7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04:59.427" v="107"/>
          <ac:spMkLst>
            <pc:docMk/>
            <pc:sldMk cId="2783894460" sldId="258"/>
            <ac:spMk id="18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05:13.053" v="109"/>
          <ac:spMkLst>
            <pc:docMk/>
            <pc:sldMk cId="2783894460" sldId="258"/>
            <ac:spMk id="23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06:16.368" v="113"/>
          <ac:spMkLst>
            <pc:docMk/>
            <pc:sldMk cId="2783894460" sldId="258"/>
            <ac:spMk id="26" creationId="{E49D7415-2F11-44C2-B6AA-13A25B6814B9}"/>
          </ac:spMkLst>
        </pc:spChg>
        <pc:spChg chg="add">
          <ac:chgData name="Wood, Matthew" userId="S::matthew.wood16@snhu.edu::a8660dad-6f46-4616-b9d4-aac9155f3c96" providerId="AD" clId="Web-{916B1537-3535-1FD9-B30A-6553A9B2C8AD}" dt="2025-08-16T04:06:16.368" v="113"/>
          <ac:spMkLst>
            <pc:docMk/>
            <pc:sldMk cId="2783894460" sldId="258"/>
            <ac:spMk id="33" creationId="{E49D7415-2F11-44C2-B6AA-13A25B6814B9}"/>
          </ac:spMkLst>
        </pc:spChg>
        <pc:graphicFrameChg chg="add del mod ord modGraphic">
          <ac:chgData name="Wood, Matthew" userId="S::matthew.wood16@snhu.edu::a8660dad-6f46-4616-b9d4-aac9155f3c96" providerId="AD" clId="Web-{916B1537-3535-1FD9-B30A-6553A9B2C8AD}" dt="2025-08-16T04:01:22.776" v="71"/>
          <ac:graphicFrameMkLst>
            <pc:docMk/>
            <pc:sldMk cId="2783894460" sldId="258"/>
            <ac:graphicFrameMk id="5" creationId="{20B39B44-ECE5-3576-D5A3-B39287560F59}"/>
          </ac:graphicFrameMkLst>
        </pc:graphicFrameChg>
        <pc:graphicFrameChg chg="add del mod ord modGraphic">
          <ac:chgData name="Wood, Matthew" userId="S::matthew.wood16@snhu.edu::a8660dad-6f46-4616-b9d4-aac9155f3c96" providerId="AD" clId="Web-{916B1537-3535-1FD9-B30A-6553A9B2C8AD}" dt="2025-08-16T04:02:09.169" v="82"/>
          <ac:graphicFrameMkLst>
            <pc:docMk/>
            <pc:sldMk cId="2783894460" sldId="258"/>
            <ac:graphicFrameMk id="10" creationId="{D1038549-B9E8-7F04-FD2A-BF031B6D9F38}"/>
          </ac:graphicFrameMkLst>
        </pc:graphicFrameChg>
        <pc:graphicFrameChg chg="add mod modGraphic">
          <ac:chgData name="Wood, Matthew" userId="S::matthew.wood16@snhu.edu::a8660dad-6f46-4616-b9d4-aac9155f3c96" providerId="AD" clId="Web-{916B1537-3535-1FD9-B30A-6553A9B2C8AD}" dt="2025-08-16T04:26:05.297" v="309" actId="1076"/>
          <ac:graphicFrameMkLst>
            <pc:docMk/>
            <pc:sldMk cId="2783894460" sldId="258"/>
            <ac:graphicFrameMk id="13" creationId="{28188C30-F2DB-588D-694A-A269BB7E5D37}"/>
          </ac:graphicFrameMkLst>
        </pc:graphicFrameChg>
        <pc:cxnChg chg="add del">
          <ac:chgData name="Wood, Matthew" userId="S::matthew.wood16@snhu.edu::a8660dad-6f46-4616-b9d4-aac9155f3c96" providerId="AD" clId="Web-{916B1537-3535-1FD9-B30A-6553A9B2C8AD}" dt="2025-08-16T04:04:59.427" v="107"/>
          <ac:cxnSpMkLst>
            <pc:docMk/>
            <pc:sldMk cId="2783894460" sldId="258"/>
            <ac:cxnSpMk id="20" creationId="{4E495065-8864-87FB-2BCC-254769963EA4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05:13.053" v="109"/>
          <ac:cxnSpMkLst>
            <pc:docMk/>
            <pc:sldMk cId="2783894460" sldId="258"/>
            <ac:cxnSpMk id="22" creationId="{6E0E8146-6E65-2E6C-0C86-547E3C925406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05:13.053" v="109"/>
          <ac:cxnSpMkLst>
            <pc:docMk/>
            <pc:sldMk cId="2783894460" sldId="258"/>
            <ac:cxnSpMk id="24" creationId="{8E813B4C-6731-0B72-5252-A79AB0E20B58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06:16.368" v="113"/>
          <ac:cxnSpMkLst>
            <pc:docMk/>
            <pc:sldMk cId="2783894460" sldId="258"/>
            <ac:cxnSpMk id="27" creationId="{D2E57F3D-33BE-4306-87E6-245763719516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06:16.368" v="113"/>
          <ac:cxnSpMkLst>
            <pc:docMk/>
            <pc:sldMk cId="2783894460" sldId="258"/>
            <ac:cxnSpMk id="28" creationId="{8E0104E4-99BC-494F-8342-F250828E574F}"/>
          </ac:cxnSpMkLst>
        </pc:cxnChg>
        <pc:cxnChg chg="add">
          <ac:chgData name="Wood, Matthew" userId="S::matthew.wood16@snhu.edu::a8660dad-6f46-4616-b9d4-aac9155f3c96" providerId="AD" clId="Web-{916B1537-3535-1FD9-B30A-6553A9B2C8AD}" dt="2025-08-16T04:06:16.368" v="113"/>
          <ac:cxnSpMkLst>
            <pc:docMk/>
            <pc:sldMk cId="2783894460" sldId="258"/>
            <ac:cxnSpMk id="35" creationId="{8E813B4C-6731-0B72-5252-A79AB0E20B58}"/>
          </ac:cxnSpMkLst>
        </pc:cxnChg>
        <pc:cxnChg chg="add">
          <ac:chgData name="Wood, Matthew" userId="S::matthew.wood16@snhu.edu::a8660dad-6f46-4616-b9d4-aac9155f3c96" providerId="AD" clId="Web-{916B1537-3535-1FD9-B30A-6553A9B2C8AD}" dt="2025-08-16T04:06:16.368" v="113"/>
          <ac:cxnSpMkLst>
            <pc:docMk/>
            <pc:sldMk cId="2783894460" sldId="258"/>
            <ac:cxnSpMk id="37" creationId="{6E0E8146-6E65-2E6C-0C86-547E3C925406}"/>
          </ac:cxnSpMkLst>
        </pc:cxnChg>
      </pc:sldChg>
      <pc:sldChg chg="addSp delSp modSp new mod setBg">
        <pc:chgData name="Wood, Matthew" userId="S::matthew.wood16@snhu.edu::a8660dad-6f46-4616-b9d4-aac9155f3c96" providerId="AD" clId="Web-{916B1537-3535-1FD9-B30A-6553A9B2C8AD}" dt="2025-08-16T04:43:08.503" v="416"/>
        <pc:sldMkLst>
          <pc:docMk/>
          <pc:sldMk cId="676600471" sldId="259"/>
        </pc:sldMkLst>
        <pc:spChg chg="mod">
          <ac:chgData name="Wood, Matthew" userId="S::matthew.wood16@snhu.edu::a8660dad-6f46-4616-b9d4-aac9155f3c96" providerId="AD" clId="Web-{916B1537-3535-1FD9-B30A-6553A9B2C8AD}" dt="2025-08-16T04:36:19.436" v="369"/>
          <ac:spMkLst>
            <pc:docMk/>
            <pc:sldMk cId="676600471" sldId="259"/>
            <ac:spMk id="2" creationId="{436FC9CB-D475-196B-8A85-365435DEB770}"/>
          </ac:spMkLst>
        </pc:spChg>
        <pc:spChg chg="del mod">
          <ac:chgData name="Wood, Matthew" userId="S::matthew.wood16@snhu.edu::a8660dad-6f46-4616-b9d4-aac9155f3c96" providerId="AD" clId="Web-{916B1537-3535-1FD9-B30A-6553A9B2C8AD}" dt="2025-08-16T04:29:01.964" v="318"/>
          <ac:spMkLst>
            <pc:docMk/>
            <pc:sldMk cId="676600471" sldId="259"/>
            <ac:spMk id="3" creationId="{1CBFD612-D82C-E986-8135-9B53383861C3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36:19.436" v="369"/>
          <ac:spMkLst>
            <pc:docMk/>
            <pc:sldMk cId="676600471" sldId="259"/>
            <ac:spMk id="8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31:06.546" v="329"/>
          <ac:spMkLst>
            <pc:docMk/>
            <pc:sldMk cId="676600471" sldId="259"/>
            <ac:spMk id="11" creationId="{E49D7415-2F11-44C2-B6AA-13A25B6814B9}"/>
          </ac:spMkLst>
        </pc:spChg>
        <pc:spChg chg="add">
          <ac:chgData name="Wood, Matthew" userId="S::matthew.wood16@snhu.edu::a8660dad-6f46-4616-b9d4-aac9155f3c96" providerId="AD" clId="Web-{916B1537-3535-1FD9-B30A-6553A9B2C8AD}" dt="2025-08-16T04:36:19.436" v="369"/>
          <ac:spMkLst>
            <pc:docMk/>
            <pc:sldMk cId="676600471" sldId="259"/>
            <ac:spMk id="14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31:15.453" v="331"/>
          <ac:spMkLst>
            <pc:docMk/>
            <pc:sldMk cId="676600471" sldId="259"/>
            <ac:spMk id="15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31:21.673" v="333"/>
          <ac:spMkLst>
            <pc:docMk/>
            <pc:sldMk cId="676600471" sldId="259"/>
            <ac:spMk id="18" creationId="{E49D7415-2F11-44C2-B6AA-13A25B6814B9}"/>
          </ac:spMkLst>
        </pc:spChg>
        <pc:spChg chg="add del mod">
          <ac:chgData name="Wood, Matthew" userId="S::matthew.wood16@snhu.edu::a8660dad-6f46-4616-b9d4-aac9155f3c96" providerId="AD" clId="Web-{916B1537-3535-1FD9-B30A-6553A9B2C8AD}" dt="2025-08-16T04:29:34.340" v="320"/>
          <ac:spMkLst>
            <pc:docMk/>
            <pc:sldMk cId="676600471" sldId="259"/>
            <ac:spMk id="19" creationId="{3397D247-9DD5-1E10-66FE-DFDEF6CBB0FB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31:26.298" v="335"/>
          <ac:spMkLst>
            <pc:docMk/>
            <pc:sldMk cId="676600471" sldId="259"/>
            <ac:spMk id="22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31:29.236" v="337"/>
          <ac:spMkLst>
            <pc:docMk/>
            <pc:sldMk cId="676600471" sldId="259"/>
            <ac:spMk id="25" creationId="{E49D7415-2F11-44C2-B6AA-13A25B6814B9}"/>
          </ac:spMkLst>
        </pc:spChg>
        <pc:spChg chg="add del">
          <ac:chgData name="Wood, Matthew" userId="S::matthew.wood16@snhu.edu::a8660dad-6f46-4616-b9d4-aac9155f3c96" providerId="AD" clId="Web-{916B1537-3535-1FD9-B30A-6553A9B2C8AD}" dt="2025-08-16T04:31:47.519" v="339"/>
          <ac:spMkLst>
            <pc:docMk/>
            <pc:sldMk cId="676600471" sldId="259"/>
            <ac:spMk id="28" creationId="{E49D7415-2F11-44C2-B6AA-13A25B6814B9}"/>
          </ac:spMkLst>
        </pc:spChg>
        <pc:graphicFrameChg chg="add del mod ord modGraphic">
          <ac:chgData name="Wood, Matthew" userId="S::matthew.wood16@snhu.edu::a8660dad-6f46-4616-b9d4-aac9155f3c96" providerId="AD" clId="Web-{916B1537-3535-1FD9-B30A-6553A9B2C8AD}" dt="2025-08-16T04:36:57.688" v="374" actId="20577"/>
          <ac:graphicFrameMkLst>
            <pc:docMk/>
            <pc:sldMk cId="676600471" sldId="259"/>
            <ac:graphicFrameMk id="6" creationId="{CAE01104-2458-CA08-0ED1-43572E085273}"/>
          </ac:graphicFrameMkLst>
        </pc:graphicFrameChg>
        <pc:picChg chg="add mod">
          <ac:chgData name="Wood, Matthew" userId="S::matthew.wood16@snhu.edu::a8660dad-6f46-4616-b9d4-aac9155f3c96" providerId="AD" clId="Web-{916B1537-3535-1FD9-B30A-6553A9B2C8AD}" dt="2025-08-16T04:36:19.436" v="369"/>
          <ac:picMkLst>
            <pc:docMk/>
            <pc:sldMk cId="676600471" sldId="259"/>
            <ac:picMk id="4" creationId="{BB0F5560-50EA-58E5-8181-E814D0ACCD69}"/>
          </ac:picMkLst>
        </pc:picChg>
        <pc:cxnChg chg="add del">
          <ac:chgData name="Wood, Matthew" userId="S::matthew.wood16@snhu.edu::a8660dad-6f46-4616-b9d4-aac9155f3c96" providerId="AD" clId="Web-{916B1537-3535-1FD9-B30A-6553A9B2C8AD}" dt="2025-08-16T04:36:19.436" v="369"/>
          <ac:cxnSpMkLst>
            <pc:docMk/>
            <pc:sldMk cId="676600471" sldId="259"/>
            <ac:cxnSpMk id="9" creationId="{4583FD9E-C5A7-96F7-951D-7D292013CD58}"/>
          </ac:cxnSpMkLst>
        </pc:cxnChg>
        <pc:cxnChg chg="add">
          <ac:chgData name="Wood, Matthew" userId="S::matthew.wood16@snhu.edu::a8660dad-6f46-4616-b9d4-aac9155f3c96" providerId="AD" clId="Web-{916B1537-3535-1FD9-B30A-6553A9B2C8AD}" dt="2025-08-16T04:36:19.436" v="369"/>
          <ac:cxnSpMkLst>
            <pc:docMk/>
            <pc:sldMk cId="676600471" sldId="259"/>
            <ac:cxnSpMk id="12" creationId="{D2E57F3D-33BE-4306-87E6-245763719516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31:06.546" v="329"/>
          <ac:cxnSpMkLst>
            <pc:docMk/>
            <pc:sldMk cId="676600471" sldId="259"/>
            <ac:cxnSpMk id="13" creationId="{4583FD9E-C5A7-96F7-951D-7D292013CD58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31:15.453" v="331"/>
          <ac:cxnSpMkLst>
            <pc:docMk/>
            <pc:sldMk cId="676600471" sldId="259"/>
            <ac:cxnSpMk id="16" creationId="{F2B951FD-94F7-E138-3EC2-A66A551D9137}"/>
          </ac:cxnSpMkLst>
        </pc:cxnChg>
        <pc:cxnChg chg="add">
          <ac:chgData name="Wood, Matthew" userId="S::matthew.wood16@snhu.edu::a8660dad-6f46-4616-b9d4-aac9155f3c96" providerId="AD" clId="Web-{916B1537-3535-1FD9-B30A-6553A9B2C8AD}" dt="2025-08-16T04:36:19.436" v="369"/>
          <ac:cxnSpMkLst>
            <pc:docMk/>
            <pc:sldMk cId="676600471" sldId="259"/>
            <ac:cxnSpMk id="17" creationId="{8E0104E4-99BC-494F-8342-F250828E574F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31:21.673" v="333"/>
          <ac:cxnSpMkLst>
            <pc:docMk/>
            <pc:sldMk cId="676600471" sldId="259"/>
            <ac:cxnSpMk id="20" creationId="{4583FD9E-C5A7-96F7-951D-7D292013CD58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31:26.298" v="335"/>
          <ac:cxnSpMkLst>
            <pc:docMk/>
            <pc:sldMk cId="676600471" sldId="259"/>
            <ac:cxnSpMk id="23" creationId="{4583FD9E-C5A7-96F7-951D-7D292013CD58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31:29.236" v="337"/>
          <ac:cxnSpMkLst>
            <pc:docMk/>
            <pc:sldMk cId="676600471" sldId="259"/>
            <ac:cxnSpMk id="26" creationId="{F2B951FD-94F7-E138-3EC2-A66A551D9137}"/>
          </ac:cxnSpMkLst>
        </pc:cxnChg>
        <pc:cxnChg chg="add del">
          <ac:chgData name="Wood, Matthew" userId="S::matthew.wood16@snhu.edu::a8660dad-6f46-4616-b9d4-aac9155f3c96" providerId="AD" clId="Web-{916B1537-3535-1FD9-B30A-6553A9B2C8AD}" dt="2025-08-16T04:31:47.519" v="339"/>
          <ac:cxnSpMkLst>
            <pc:docMk/>
            <pc:sldMk cId="676600471" sldId="259"/>
            <ac:cxnSpMk id="29" creationId="{4583FD9E-C5A7-96F7-951D-7D292013CD58}"/>
          </ac:cxnSpMkLst>
        </pc:cxnChg>
      </pc:sldChg>
      <pc:sldChg chg="modSp new mod">
        <pc:chgData name="Wood, Matthew" userId="S::matthew.wood16@snhu.edu::a8660dad-6f46-4616-b9d4-aac9155f3c96" providerId="AD" clId="Web-{916B1537-3535-1FD9-B30A-6553A9B2C8AD}" dt="2025-08-16T04:43:08.503" v="416"/>
        <pc:sldMkLst>
          <pc:docMk/>
          <pc:sldMk cId="3609210708" sldId="260"/>
        </pc:sldMkLst>
        <pc:spChg chg="mod">
          <ac:chgData name="Wood, Matthew" userId="S::matthew.wood16@snhu.edu::a8660dad-6f46-4616-b9d4-aac9155f3c96" providerId="AD" clId="Web-{916B1537-3535-1FD9-B30A-6553A9B2C8AD}" dt="2025-08-16T04:37:49.909" v="381" actId="20577"/>
          <ac:spMkLst>
            <pc:docMk/>
            <pc:sldMk cId="3609210708" sldId="260"/>
            <ac:spMk id="2" creationId="{0B3B1429-45CC-F477-FBD1-C8E5518CE131}"/>
          </ac:spMkLst>
        </pc:spChg>
        <pc:spChg chg="mod">
          <ac:chgData name="Wood, Matthew" userId="S::matthew.wood16@snhu.edu::a8660dad-6f46-4616-b9d4-aac9155f3c96" providerId="AD" clId="Web-{916B1537-3535-1FD9-B30A-6553A9B2C8AD}" dt="2025-08-16T04:38:34.149" v="388" actId="14100"/>
          <ac:spMkLst>
            <pc:docMk/>
            <pc:sldMk cId="3609210708" sldId="260"/>
            <ac:spMk id="3" creationId="{21CD651B-3BE5-1C97-596D-09AC886C7258}"/>
          </ac:spMkLst>
        </pc:spChg>
      </pc:sldChg>
      <pc:sldMasterChg chg="add del addSldLayout delSldLayout">
        <pc:chgData name="Wood, Matthew" userId="S::matthew.wood16@snhu.edu::a8660dad-6f46-4616-b9d4-aac9155f3c96" providerId="AD" clId="Web-{916B1537-3535-1FD9-B30A-6553A9B2C8AD}" dt="2025-08-16T03:53:46.462" v="23"/>
        <pc:sldMasterMkLst>
          <pc:docMk/>
          <pc:sldMasterMk cId="2460954070" sldId="2147483660"/>
        </pc:sldMasterMkLst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462" v="2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Wood, Matthew" userId="S::matthew.wood16@snhu.edu::a8660dad-6f46-4616-b9d4-aac9155f3c96" providerId="AD" clId="Web-{916B1537-3535-1FD9-B30A-6553A9B2C8AD}" dt="2025-08-16T03:53:46.384" v="22"/>
        <pc:sldMasterMkLst>
          <pc:docMk/>
          <pc:sldMasterMk cId="2652373939" sldId="2147483708"/>
        </pc:sldMasterMkLst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450453887" sldId="2147483697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2714658607" sldId="2147483698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4064335827" sldId="2147483699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3498279667" sldId="2147483700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330402292" sldId="2147483701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429176003" sldId="2147483702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576713450" sldId="2147483703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2159656251" sldId="2147483704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1384840088" sldId="2147483705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2669166055" sldId="2147483706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3:46.384" v="22"/>
          <pc:sldLayoutMkLst>
            <pc:docMk/>
            <pc:sldMasterMk cId="2652373939" sldId="2147483708"/>
            <pc:sldLayoutMk cId="3779127551" sldId="2147483707"/>
          </pc:sldLayoutMkLst>
        </pc:sldLayoutChg>
      </pc:sldMasterChg>
      <pc:sldMasterChg chg="add del addSldLayout delSldLayout">
        <pc:chgData name="Wood, Matthew" userId="S::matthew.wood16@snhu.edu::a8660dad-6f46-4616-b9d4-aac9155f3c96" providerId="AD" clId="Web-{916B1537-3535-1FD9-B30A-6553A9B2C8AD}" dt="2025-08-16T03:57:46.784" v="36"/>
        <pc:sldMasterMkLst>
          <pc:docMk/>
          <pc:sldMasterMk cId="1542880015" sldId="2147483773"/>
        </pc:sldMasterMkLst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3742078712" sldId="2147483762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3176160765" sldId="2147483763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3727399081" sldId="2147483764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1293624745" sldId="2147483765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1453292291" sldId="2147483766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3667479689" sldId="2147483767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2813768882" sldId="2147483768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2125709197" sldId="2147483769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1337771286" sldId="2147483770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3098999821" sldId="2147483771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7:46.784" v="36"/>
          <pc:sldLayoutMkLst>
            <pc:docMk/>
            <pc:sldMasterMk cId="1542880015" sldId="2147483773"/>
            <pc:sldLayoutMk cId="4255450621" sldId="2147483772"/>
          </pc:sldLayoutMkLst>
        </pc:sldLayoutChg>
      </pc:sldMasterChg>
      <pc:sldMasterChg chg="add del addSldLayout delSldLayout">
        <pc:chgData name="Wood, Matthew" userId="S::matthew.wood16@snhu.edu::a8660dad-6f46-4616-b9d4-aac9155f3c96" providerId="AD" clId="Web-{916B1537-3535-1FD9-B30A-6553A9B2C8AD}" dt="2025-08-16T03:58:26.739" v="45"/>
        <pc:sldMasterMkLst>
          <pc:docMk/>
          <pc:sldMasterMk cId="648683582" sldId="2147483774"/>
        </pc:sldMasterMkLst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789614726" sldId="2147483775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3023529452" sldId="2147483776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2235489361" sldId="2147483777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2012693350" sldId="2147483778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1753915581" sldId="2147483779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1654315121" sldId="2147483780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144230885" sldId="2147483781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4156512182" sldId="2147483782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3838680469" sldId="2147483783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3736133110" sldId="2147483784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739" v="45"/>
          <pc:sldLayoutMkLst>
            <pc:docMk/>
            <pc:sldMasterMk cId="648683582" sldId="2147483774"/>
            <pc:sldLayoutMk cId="3166116834" sldId="2147483785"/>
          </pc:sldLayoutMkLst>
        </pc:sldLayoutChg>
      </pc:sldMasterChg>
      <pc:sldMasterChg chg="add del addSldLayout delSldLayout">
        <pc:chgData name="Wood, Matthew" userId="S::matthew.wood16@snhu.edu::a8660dad-6f46-4616-b9d4-aac9155f3c96" providerId="AD" clId="Web-{916B1537-3535-1FD9-B30A-6553A9B2C8AD}" dt="2025-08-16T03:58:14.332" v="40"/>
        <pc:sldMasterMkLst>
          <pc:docMk/>
          <pc:sldMasterMk cId="1921253762" sldId="2147483822"/>
        </pc:sldMasterMkLst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3655213183" sldId="2147483811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2081710283" sldId="2147483812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1249703181" sldId="2147483813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2374413213" sldId="2147483814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898523997" sldId="2147483815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3060931730" sldId="2147483816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3128278645" sldId="2147483817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3747769329" sldId="2147483818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3348209830" sldId="2147483819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3478480236" sldId="2147483820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14.332" v="40"/>
          <pc:sldLayoutMkLst>
            <pc:docMk/>
            <pc:sldMasterMk cId="1921253762" sldId="2147483822"/>
            <pc:sldLayoutMk cId="2975783415" sldId="2147483821"/>
          </pc:sldLayoutMkLst>
        </pc:sldLayoutChg>
      </pc:sldMasterChg>
      <pc:sldMasterChg chg="add del mod setBg addSldLayout delSldLayout modSldLayout">
        <pc:chgData name="Wood, Matthew" userId="S::matthew.wood16@snhu.edu::a8660dad-6f46-4616-b9d4-aac9155f3c96" providerId="AD" clId="Web-{916B1537-3535-1FD9-B30A-6553A9B2C8AD}" dt="2025-08-16T04:43:08.503" v="416"/>
        <pc:sldMasterMkLst>
          <pc:docMk/>
          <pc:sldMasterMk cId="648683582" sldId="2147483835"/>
        </pc:sldMasterMkLst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144230885" sldId="2147483824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4156512182" sldId="2147483825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3838680469" sldId="2147483826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3736133110" sldId="2147483827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1654315121" sldId="2147483828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3166116834" sldId="2147483829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789614726" sldId="2147483830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3023529452" sldId="2147483831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2235489361" sldId="2147483832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2012693350" sldId="2147483833"/>
          </pc:sldLayoutMkLst>
        </pc:sldLayoutChg>
        <pc:sldLayoutChg chg="add del mod">
          <pc:chgData name="Wood, Matthew" userId="S::matthew.wood16@snhu.edu::a8660dad-6f46-4616-b9d4-aac9155f3c96" providerId="AD" clId="Web-{916B1537-3535-1FD9-B30A-6553A9B2C8AD}" dt="2025-08-16T04:43:08.503" v="416"/>
          <pc:sldLayoutMkLst>
            <pc:docMk/>
            <pc:sldMasterMk cId="648683582" sldId="2147483835"/>
            <pc:sldLayoutMk cId="1753915581" sldId="2147483834"/>
          </pc:sldLayoutMkLst>
        </pc:sldLayoutChg>
      </pc:sldMasterChg>
      <pc:sldMasterChg chg="add del addSldLayout delSldLayout">
        <pc:chgData name="Wood, Matthew" userId="S::matthew.wood16@snhu.edu::a8660dad-6f46-4616-b9d4-aac9155f3c96" providerId="AD" clId="Web-{916B1537-3535-1FD9-B30A-6553A9B2C8AD}" dt="2025-08-16T03:58:26.692" v="44"/>
        <pc:sldMasterMkLst>
          <pc:docMk/>
          <pc:sldMasterMk cId="2630727503" sldId="2147483848"/>
        </pc:sldMasterMkLst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864528306" sldId="2147483837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240378203" sldId="2147483838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3505719542" sldId="2147483839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2780029205" sldId="2147483840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2400763540" sldId="2147483841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3744709675" sldId="2147483842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3738275586" sldId="2147483843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3464917627" sldId="2147483844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1072474484" sldId="2147483845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3554722510" sldId="2147483846"/>
          </pc:sldLayoutMkLst>
        </pc:sldLayoutChg>
        <pc:sldLayoutChg chg="add del">
          <pc:chgData name="Wood, Matthew" userId="S::matthew.wood16@snhu.edu::a8660dad-6f46-4616-b9d4-aac9155f3c96" providerId="AD" clId="Web-{916B1537-3535-1FD9-B30A-6553A9B2C8AD}" dt="2025-08-16T03:58:26.692" v="44"/>
          <pc:sldLayoutMkLst>
            <pc:docMk/>
            <pc:sldMasterMk cId="2630727503" sldId="2147483848"/>
            <pc:sldLayoutMk cId="2415170527" sldId="214748384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D60425-7F3B-4F21-8B6B-4110F56AC1A6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A16AF7-E8A0-4CF1-9D37-94F1A9E491C2}">
      <dgm:prSet custT="1"/>
      <dgm:spPr/>
      <dgm:t>
        <a:bodyPr/>
        <a:lstStyle/>
        <a:p>
          <a:r>
            <a:rPr lang="en-US" sz="2000" b="1" dirty="0">
              <a:latin typeface="Calibri"/>
              <a:ea typeface="Calibri"/>
              <a:cs typeface="Calibri"/>
            </a:rPr>
            <a:t>Factors for Selecting Waterfall or Agile</a:t>
          </a:r>
          <a:endParaRPr lang="en-US" sz="2000" dirty="0">
            <a:latin typeface="Calibri"/>
            <a:ea typeface="Calibri"/>
            <a:cs typeface="Calibri"/>
          </a:endParaRPr>
        </a:p>
      </dgm:t>
    </dgm:pt>
    <dgm:pt modelId="{77C22E30-F459-465E-B28E-4BEB3E8A0EE7}" type="parTrans" cxnId="{55F58C2D-5796-42EA-BDB5-242C3AFF04E1}">
      <dgm:prSet/>
      <dgm:spPr/>
      <dgm:t>
        <a:bodyPr/>
        <a:lstStyle/>
        <a:p>
          <a:endParaRPr lang="en-US"/>
        </a:p>
      </dgm:t>
    </dgm:pt>
    <dgm:pt modelId="{C0E6220E-DFC5-42AD-9FB2-2724F48C96FC}" type="sibTrans" cxnId="{55F58C2D-5796-42EA-BDB5-242C3AFF04E1}">
      <dgm:prSet/>
      <dgm:spPr/>
      <dgm:t>
        <a:bodyPr/>
        <a:lstStyle/>
        <a:p>
          <a:endParaRPr lang="en-US"/>
        </a:p>
      </dgm:t>
    </dgm:pt>
    <dgm:pt modelId="{98B525DC-5E8C-49A5-B35D-D7B36F1F92FD}">
      <dgm:prSet custT="1"/>
      <dgm:spPr/>
      <dgm:t>
        <a:bodyPr/>
        <a:lstStyle/>
        <a:p>
          <a:r>
            <a:rPr lang="en-US" sz="1800" b="1" dirty="0">
              <a:latin typeface="Calibri"/>
              <a:ea typeface="Calibri"/>
              <a:cs typeface="Calibri"/>
            </a:rPr>
            <a:t>Project Scope</a:t>
          </a:r>
          <a:r>
            <a:rPr lang="en-US" sz="1800" dirty="0">
              <a:latin typeface="Calibri"/>
              <a:ea typeface="Calibri"/>
              <a:cs typeface="Calibri"/>
            </a:rPr>
            <a:t>: Fixed scope favors Waterfall; evolving scope suits Agile.</a:t>
          </a:r>
        </a:p>
      </dgm:t>
    </dgm:pt>
    <dgm:pt modelId="{EAE797A3-9E8F-496E-AC08-ECF0AFBF96CA}" type="parTrans" cxnId="{0D8C2572-C4EA-4193-8E28-8ABB8F4934B3}">
      <dgm:prSet/>
      <dgm:spPr/>
      <dgm:t>
        <a:bodyPr/>
        <a:lstStyle/>
        <a:p>
          <a:endParaRPr lang="en-US"/>
        </a:p>
      </dgm:t>
    </dgm:pt>
    <dgm:pt modelId="{902D0634-B454-4CB8-B158-A69CA3740F99}" type="sibTrans" cxnId="{0D8C2572-C4EA-4193-8E28-8ABB8F4934B3}">
      <dgm:prSet/>
      <dgm:spPr/>
      <dgm:t>
        <a:bodyPr/>
        <a:lstStyle/>
        <a:p>
          <a:endParaRPr lang="en-US"/>
        </a:p>
      </dgm:t>
    </dgm:pt>
    <dgm:pt modelId="{4965DD74-7060-4563-BCE9-1A020A60C996}">
      <dgm:prSet custT="1"/>
      <dgm:spPr/>
      <dgm:t>
        <a:bodyPr/>
        <a:lstStyle/>
        <a:p>
          <a:r>
            <a:rPr lang="en-US" sz="1800" b="1" dirty="0">
              <a:latin typeface="Calibri"/>
              <a:ea typeface="Calibri"/>
              <a:cs typeface="Calibri"/>
            </a:rPr>
            <a:t>Client Involvement</a:t>
          </a:r>
          <a:r>
            <a:rPr lang="en-US" sz="1800" dirty="0">
              <a:latin typeface="Calibri"/>
              <a:ea typeface="Calibri"/>
              <a:cs typeface="Calibri"/>
            </a:rPr>
            <a:t>: Agile thrives on frequent feedback; Waterfall limits interaction.</a:t>
          </a:r>
        </a:p>
      </dgm:t>
    </dgm:pt>
    <dgm:pt modelId="{B8C9661B-525D-4F3E-B010-56D3D2BCED55}" type="parTrans" cxnId="{CB75B671-052E-47E4-9FCA-DE2F3BD9E2B1}">
      <dgm:prSet/>
      <dgm:spPr/>
      <dgm:t>
        <a:bodyPr/>
        <a:lstStyle/>
        <a:p>
          <a:endParaRPr lang="en-US"/>
        </a:p>
      </dgm:t>
    </dgm:pt>
    <dgm:pt modelId="{3F3B4DA0-4D8D-4678-976C-DA633E80D188}" type="sibTrans" cxnId="{CB75B671-052E-47E4-9FCA-DE2F3BD9E2B1}">
      <dgm:prSet/>
      <dgm:spPr/>
      <dgm:t>
        <a:bodyPr/>
        <a:lstStyle/>
        <a:p>
          <a:endParaRPr lang="en-US"/>
        </a:p>
      </dgm:t>
    </dgm:pt>
    <dgm:pt modelId="{BE66AE8A-8E1C-45BD-8780-9380D6751E24}">
      <dgm:prSet custT="1"/>
      <dgm:spPr/>
      <dgm:t>
        <a:bodyPr/>
        <a:lstStyle/>
        <a:p>
          <a:r>
            <a:rPr lang="en-US" sz="1800" b="1" dirty="0">
              <a:latin typeface="Calibri"/>
              <a:ea typeface="Calibri"/>
              <a:cs typeface="Calibri"/>
            </a:rPr>
            <a:t>Timeline &amp; Budget</a:t>
          </a:r>
          <a:r>
            <a:rPr lang="en-US" sz="1800" dirty="0">
              <a:latin typeface="Calibri"/>
              <a:ea typeface="Calibri"/>
              <a:cs typeface="Calibri"/>
            </a:rPr>
            <a:t>: Waterfall offers predictability; Agile allows flexibility.</a:t>
          </a:r>
        </a:p>
      </dgm:t>
    </dgm:pt>
    <dgm:pt modelId="{B32DF7C2-E5DB-4200-889E-D881BEF17054}" type="parTrans" cxnId="{0E162276-065D-44A4-AB3C-3F6F10A12188}">
      <dgm:prSet/>
      <dgm:spPr/>
      <dgm:t>
        <a:bodyPr/>
        <a:lstStyle/>
        <a:p>
          <a:endParaRPr lang="en-US"/>
        </a:p>
      </dgm:t>
    </dgm:pt>
    <dgm:pt modelId="{AB0A8C7E-9ABD-46D9-AA20-C24D46743BFF}" type="sibTrans" cxnId="{0E162276-065D-44A4-AB3C-3F6F10A12188}">
      <dgm:prSet/>
      <dgm:spPr/>
      <dgm:t>
        <a:bodyPr/>
        <a:lstStyle/>
        <a:p>
          <a:endParaRPr lang="en-US"/>
        </a:p>
      </dgm:t>
    </dgm:pt>
    <dgm:pt modelId="{2CA5CE66-2509-48DC-B0DA-7705E114A5B3}">
      <dgm:prSet custT="1"/>
      <dgm:spPr/>
      <dgm:t>
        <a:bodyPr/>
        <a:lstStyle/>
        <a:p>
          <a:r>
            <a:rPr lang="en-US" sz="1800" b="1" dirty="0">
              <a:latin typeface="Calibri"/>
              <a:ea typeface="Calibri"/>
              <a:cs typeface="Calibri"/>
            </a:rPr>
            <a:t>Team Dynamics</a:t>
          </a:r>
          <a:r>
            <a:rPr lang="en-US" sz="1800" dirty="0">
              <a:latin typeface="Calibri"/>
              <a:ea typeface="Calibri"/>
              <a:cs typeface="Calibri"/>
            </a:rPr>
            <a:t>: Agile supports self-organizing teams; Waterfall relies on structured roles7.</a:t>
          </a:r>
        </a:p>
      </dgm:t>
    </dgm:pt>
    <dgm:pt modelId="{79277F2C-E862-4741-84C5-D852BB02287A}" type="parTrans" cxnId="{AE5D11DD-AA30-4691-8E57-C46630F0CF22}">
      <dgm:prSet/>
      <dgm:spPr/>
      <dgm:t>
        <a:bodyPr/>
        <a:lstStyle/>
        <a:p>
          <a:endParaRPr lang="en-US"/>
        </a:p>
      </dgm:t>
    </dgm:pt>
    <dgm:pt modelId="{E7E3B9D5-75DE-4C30-9CDA-832719B47B2F}" type="sibTrans" cxnId="{AE5D11DD-AA30-4691-8E57-C46630F0CF22}">
      <dgm:prSet/>
      <dgm:spPr/>
      <dgm:t>
        <a:bodyPr/>
        <a:lstStyle/>
        <a:p>
          <a:endParaRPr lang="en-US"/>
        </a:p>
      </dgm:t>
    </dgm:pt>
    <dgm:pt modelId="{9915C99B-BF8F-4813-B613-679998A8A8FC}">
      <dgm:prSet/>
      <dgm:spPr/>
      <dgm:t>
        <a:bodyPr/>
        <a:lstStyle/>
        <a:p>
          <a:pPr rtl="0"/>
          <a:r>
            <a:rPr lang="en-US" dirty="0">
              <a:latin typeface="Calibri"/>
              <a:ea typeface="Calibri"/>
              <a:cs typeface="Calibri"/>
            </a:rPr>
            <a:t>🧠 </a:t>
          </a:r>
          <a:r>
            <a:rPr lang="en-US" i="1" dirty="0">
              <a:latin typeface="Calibri"/>
              <a:ea typeface="Calibri"/>
              <a:cs typeface="Calibri"/>
            </a:rPr>
            <a:t>For SNHU Travel, Agile was ideal due to changing requirements and the need for rapid iteration.</a:t>
          </a:r>
          <a:endParaRPr lang="en-US" dirty="0">
            <a:latin typeface="Calibri"/>
            <a:ea typeface="Calibri"/>
            <a:cs typeface="Calibri"/>
          </a:endParaRPr>
        </a:p>
      </dgm:t>
    </dgm:pt>
    <dgm:pt modelId="{B5024780-E97A-4327-9ED0-F44B0411EF33}" type="parTrans" cxnId="{DF2E1A03-2AF7-47A7-A79E-77BFEB25DA96}">
      <dgm:prSet/>
      <dgm:spPr/>
      <dgm:t>
        <a:bodyPr/>
        <a:lstStyle/>
        <a:p>
          <a:endParaRPr lang="en-US"/>
        </a:p>
      </dgm:t>
    </dgm:pt>
    <dgm:pt modelId="{59764138-DE09-4BB9-928F-5F421E9F336A}" type="sibTrans" cxnId="{DF2E1A03-2AF7-47A7-A79E-77BFEB25DA96}">
      <dgm:prSet/>
      <dgm:spPr/>
      <dgm:t>
        <a:bodyPr/>
        <a:lstStyle/>
        <a:p>
          <a:endParaRPr lang="en-US"/>
        </a:p>
      </dgm:t>
    </dgm:pt>
    <dgm:pt modelId="{9F678696-B19B-416A-B8ED-45C5D6093DCC}" type="pres">
      <dgm:prSet presAssocID="{D8D60425-7F3B-4F21-8B6B-4110F56AC1A6}" presName="Name0" presStyleCnt="0">
        <dgm:presLayoutVars>
          <dgm:dir/>
          <dgm:resizeHandles val="exact"/>
        </dgm:presLayoutVars>
      </dgm:prSet>
      <dgm:spPr/>
    </dgm:pt>
    <dgm:pt modelId="{748D3AE1-8B5D-43FF-8FEA-8EE38020F415}" type="pres">
      <dgm:prSet presAssocID="{B4A16AF7-E8A0-4CF1-9D37-94F1A9E491C2}" presName="node" presStyleLbl="node1" presStyleIdx="0" presStyleCnt="6">
        <dgm:presLayoutVars>
          <dgm:bulletEnabled val="1"/>
        </dgm:presLayoutVars>
      </dgm:prSet>
      <dgm:spPr/>
    </dgm:pt>
    <dgm:pt modelId="{9786EA4A-E406-4E0D-8239-79E2B03A57EB}" type="pres">
      <dgm:prSet presAssocID="{C0E6220E-DFC5-42AD-9FB2-2724F48C96FC}" presName="sibTrans" presStyleLbl="sibTrans1D1" presStyleIdx="0" presStyleCnt="5"/>
      <dgm:spPr/>
    </dgm:pt>
    <dgm:pt modelId="{49019B7B-78F2-471A-85E3-F24AC9233A80}" type="pres">
      <dgm:prSet presAssocID="{C0E6220E-DFC5-42AD-9FB2-2724F48C96FC}" presName="connectorText" presStyleLbl="sibTrans1D1" presStyleIdx="0" presStyleCnt="5"/>
      <dgm:spPr/>
    </dgm:pt>
    <dgm:pt modelId="{78A93976-307E-433E-B442-54CA74210E37}" type="pres">
      <dgm:prSet presAssocID="{98B525DC-5E8C-49A5-B35D-D7B36F1F92FD}" presName="node" presStyleLbl="node1" presStyleIdx="1" presStyleCnt="6">
        <dgm:presLayoutVars>
          <dgm:bulletEnabled val="1"/>
        </dgm:presLayoutVars>
      </dgm:prSet>
      <dgm:spPr/>
    </dgm:pt>
    <dgm:pt modelId="{3ED30D0C-ADC1-40F1-96D1-220B1B04DE60}" type="pres">
      <dgm:prSet presAssocID="{902D0634-B454-4CB8-B158-A69CA3740F99}" presName="sibTrans" presStyleLbl="sibTrans1D1" presStyleIdx="1" presStyleCnt="5"/>
      <dgm:spPr/>
    </dgm:pt>
    <dgm:pt modelId="{53711DAE-E6C4-455A-9D2B-71A983FDECF8}" type="pres">
      <dgm:prSet presAssocID="{902D0634-B454-4CB8-B158-A69CA3740F99}" presName="connectorText" presStyleLbl="sibTrans1D1" presStyleIdx="1" presStyleCnt="5"/>
      <dgm:spPr/>
    </dgm:pt>
    <dgm:pt modelId="{E254D491-488F-452B-B0C4-551EBA1DDF8B}" type="pres">
      <dgm:prSet presAssocID="{4965DD74-7060-4563-BCE9-1A020A60C996}" presName="node" presStyleLbl="node1" presStyleIdx="2" presStyleCnt="6">
        <dgm:presLayoutVars>
          <dgm:bulletEnabled val="1"/>
        </dgm:presLayoutVars>
      </dgm:prSet>
      <dgm:spPr/>
    </dgm:pt>
    <dgm:pt modelId="{9AC54410-3F21-445D-9B08-F0189A51C1A1}" type="pres">
      <dgm:prSet presAssocID="{3F3B4DA0-4D8D-4678-976C-DA633E80D188}" presName="sibTrans" presStyleLbl="sibTrans1D1" presStyleIdx="2" presStyleCnt="5"/>
      <dgm:spPr/>
    </dgm:pt>
    <dgm:pt modelId="{5F0F8E07-CF34-419F-8555-59576E5CAAAC}" type="pres">
      <dgm:prSet presAssocID="{3F3B4DA0-4D8D-4678-976C-DA633E80D188}" presName="connectorText" presStyleLbl="sibTrans1D1" presStyleIdx="2" presStyleCnt="5"/>
      <dgm:spPr/>
    </dgm:pt>
    <dgm:pt modelId="{D13832D0-7C94-47FB-9EF4-59B6D4ED6651}" type="pres">
      <dgm:prSet presAssocID="{BE66AE8A-8E1C-45BD-8780-9380D6751E24}" presName="node" presStyleLbl="node1" presStyleIdx="3" presStyleCnt="6">
        <dgm:presLayoutVars>
          <dgm:bulletEnabled val="1"/>
        </dgm:presLayoutVars>
      </dgm:prSet>
      <dgm:spPr/>
    </dgm:pt>
    <dgm:pt modelId="{27B3A7CB-591E-4095-862B-8DA9906F56FB}" type="pres">
      <dgm:prSet presAssocID="{AB0A8C7E-9ABD-46D9-AA20-C24D46743BFF}" presName="sibTrans" presStyleLbl="sibTrans1D1" presStyleIdx="3" presStyleCnt="5"/>
      <dgm:spPr/>
    </dgm:pt>
    <dgm:pt modelId="{42ED9866-4F6A-448F-9F48-CC16B2F16DD0}" type="pres">
      <dgm:prSet presAssocID="{AB0A8C7E-9ABD-46D9-AA20-C24D46743BFF}" presName="connectorText" presStyleLbl="sibTrans1D1" presStyleIdx="3" presStyleCnt="5"/>
      <dgm:spPr/>
    </dgm:pt>
    <dgm:pt modelId="{500FE0E5-08E8-4297-9168-6DAE4A078987}" type="pres">
      <dgm:prSet presAssocID="{2CA5CE66-2509-48DC-B0DA-7705E114A5B3}" presName="node" presStyleLbl="node1" presStyleIdx="4" presStyleCnt="6">
        <dgm:presLayoutVars>
          <dgm:bulletEnabled val="1"/>
        </dgm:presLayoutVars>
      </dgm:prSet>
      <dgm:spPr/>
    </dgm:pt>
    <dgm:pt modelId="{A5F17DB8-B34D-4FBD-9D96-31AD5038E4A4}" type="pres">
      <dgm:prSet presAssocID="{E7E3B9D5-75DE-4C30-9CDA-832719B47B2F}" presName="sibTrans" presStyleLbl="sibTrans1D1" presStyleIdx="4" presStyleCnt="5"/>
      <dgm:spPr/>
    </dgm:pt>
    <dgm:pt modelId="{96C484F3-7538-45FE-9DCE-063C5F1E999B}" type="pres">
      <dgm:prSet presAssocID="{E7E3B9D5-75DE-4C30-9CDA-832719B47B2F}" presName="connectorText" presStyleLbl="sibTrans1D1" presStyleIdx="4" presStyleCnt="5"/>
      <dgm:spPr/>
    </dgm:pt>
    <dgm:pt modelId="{981C57C2-6B70-4E59-82C0-95F7E4B21332}" type="pres">
      <dgm:prSet presAssocID="{9915C99B-BF8F-4813-B613-679998A8A8FC}" presName="node" presStyleLbl="node1" presStyleIdx="5" presStyleCnt="6">
        <dgm:presLayoutVars>
          <dgm:bulletEnabled val="1"/>
        </dgm:presLayoutVars>
      </dgm:prSet>
      <dgm:spPr/>
    </dgm:pt>
  </dgm:ptLst>
  <dgm:cxnLst>
    <dgm:cxn modelId="{DF2E1A03-2AF7-47A7-A79E-77BFEB25DA96}" srcId="{D8D60425-7F3B-4F21-8B6B-4110F56AC1A6}" destId="{9915C99B-BF8F-4813-B613-679998A8A8FC}" srcOrd="5" destOrd="0" parTransId="{B5024780-E97A-4327-9ED0-F44B0411EF33}" sibTransId="{59764138-DE09-4BB9-928F-5F421E9F336A}"/>
    <dgm:cxn modelId="{8E036525-83B1-45B2-9442-87E80E01AAB1}" type="presOf" srcId="{D8D60425-7F3B-4F21-8B6B-4110F56AC1A6}" destId="{9F678696-B19B-416A-B8ED-45C5D6093DCC}" srcOrd="0" destOrd="0" presId="urn:microsoft.com/office/officeart/2016/7/layout/RepeatingBendingProcessNew"/>
    <dgm:cxn modelId="{55F58C2D-5796-42EA-BDB5-242C3AFF04E1}" srcId="{D8D60425-7F3B-4F21-8B6B-4110F56AC1A6}" destId="{B4A16AF7-E8A0-4CF1-9D37-94F1A9E491C2}" srcOrd="0" destOrd="0" parTransId="{77C22E30-F459-465E-B28E-4BEB3E8A0EE7}" sibTransId="{C0E6220E-DFC5-42AD-9FB2-2724F48C96FC}"/>
    <dgm:cxn modelId="{D1D6DD3F-A57F-48F2-B615-9759BD52274C}" type="presOf" srcId="{9915C99B-BF8F-4813-B613-679998A8A8FC}" destId="{981C57C2-6B70-4E59-82C0-95F7E4B21332}" srcOrd="0" destOrd="0" presId="urn:microsoft.com/office/officeart/2016/7/layout/RepeatingBendingProcessNew"/>
    <dgm:cxn modelId="{7852B065-1984-46A9-A0EA-E81A9B62D510}" type="presOf" srcId="{3F3B4DA0-4D8D-4678-976C-DA633E80D188}" destId="{9AC54410-3F21-445D-9B08-F0189A51C1A1}" srcOrd="0" destOrd="0" presId="urn:microsoft.com/office/officeart/2016/7/layout/RepeatingBendingProcessNew"/>
    <dgm:cxn modelId="{29772E51-3209-4973-90BB-89BDC4F84830}" type="presOf" srcId="{2CA5CE66-2509-48DC-B0DA-7705E114A5B3}" destId="{500FE0E5-08E8-4297-9168-6DAE4A078987}" srcOrd="0" destOrd="0" presId="urn:microsoft.com/office/officeart/2016/7/layout/RepeatingBendingProcessNew"/>
    <dgm:cxn modelId="{CB75B671-052E-47E4-9FCA-DE2F3BD9E2B1}" srcId="{D8D60425-7F3B-4F21-8B6B-4110F56AC1A6}" destId="{4965DD74-7060-4563-BCE9-1A020A60C996}" srcOrd="2" destOrd="0" parTransId="{B8C9661B-525D-4F3E-B010-56D3D2BCED55}" sibTransId="{3F3B4DA0-4D8D-4678-976C-DA633E80D188}"/>
    <dgm:cxn modelId="{0D8C2572-C4EA-4193-8E28-8ABB8F4934B3}" srcId="{D8D60425-7F3B-4F21-8B6B-4110F56AC1A6}" destId="{98B525DC-5E8C-49A5-B35D-D7B36F1F92FD}" srcOrd="1" destOrd="0" parTransId="{EAE797A3-9E8F-496E-AC08-ECF0AFBF96CA}" sibTransId="{902D0634-B454-4CB8-B158-A69CA3740F99}"/>
    <dgm:cxn modelId="{0E162276-065D-44A4-AB3C-3F6F10A12188}" srcId="{D8D60425-7F3B-4F21-8B6B-4110F56AC1A6}" destId="{BE66AE8A-8E1C-45BD-8780-9380D6751E24}" srcOrd="3" destOrd="0" parTransId="{B32DF7C2-E5DB-4200-889E-D881BEF17054}" sibTransId="{AB0A8C7E-9ABD-46D9-AA20-C24D46743BFF}"/>
    <dgm:cxn modelId="{C3D5BA87-A96F-4437-91BC-F64E31852347}" type="presOf" srcId="{BE66AE8A-8E1C-45BD-8780-9380D6751E24}" destId="{D13832D0-7C94-47FB-9EF4-59B6D4ED6651}" srcOrd="0" destOrd="0" presId="urn:microsoft.com/office/officeart/2016/7/layout/RepeatingBendingProcessNew"/>
    <dgm:cxn modelId="{278A9D97-3881-48FE-BDCE-0CB2EC35AFDF}" type="presOf" srcId="{4965DD74-7060-4563-BCE9-1A020A60C996}" destId="{E254D491-488F-452B-B0C4-551EBA1DDF8B}" srcOrd="0" destOrd="0" presId="urn:microsoft.com/office/officeart/2016/7/layout/RepeatingBendingProcessNew"/>
    <dgm:cxn modelId="{8D4D2899-1166-4737-91F7-1F4305C7862B}" type="presOf" srcId="{B4A16AF7-E8A0-4CF1-9D37-94F1A9E491C2}" destId="{748D3AE1-8B5D-43FF-8FEA-8EE38020F415}" srcOrd="0" destOrd="0" presId="urn:microsoft.com/office/officeart/2016/7/layout/RepeatingBendingProcessNew"/>
    <dgm:cxn modelId="{D617929D-5A7B-4A2F-8ABB-C6C44AEE4C04}" type="presOf" srcId="{C0E6220E-DFC5-42AD-9FB2-2724F48C96FC}" destId="{9786EA4A-E406-4E0D-8239-79E2B03A57EB}" srcOrd="0" destOrd="0" presId="urn:microsoft.com/office/officeart/2016/7/layout/RepeatingBendingProcessNew"/>
    <dgm:cxn modelId="{B18CF69D-512A-499C-A1EB-3949789EC62E}" type="presOf" srcId="{3F3B4DA0-4D8D-4678-976C-DA633E80D188}" destId="{5F0F8E07-CF34-419F-8555-59576E5CAAAC}" srcOrd="1" destOrd="0" presId="urn:microsoft.com/office/officeart/2016/7/layout/RepeatingBendingProcessNew"/>
    <dgm:cxn modelId="{BF9404A8-C55E-4CA4-982A-FDFF433720C6}" type="presOf" srcId="{E7E3B9D5-75DE-4C30-9CDA-832719B47B2F}" destId="{A5F17DB8-B34D-4FBD-9D96-31AD5038E4A4}" srcOrd="0" destOrd="0" presId="urn:microsoft.com/office/officeart/2016/7/layout/RepeatingBendingProcessNew"/>
    <dgm:cxn modelId="{057913AB-F4AB-464F-A9D4-69AA70AE7842}" type="presOf" srcId="{AB0A8C7E-9ABD-46D9-AA20-C24D46743BFF}" destId="{42ED9866-4F6A-448F-9F48-CC16B2F16DD0}" srcOrd="1" destOrd="0" presId="urn:microsoft.com/office/officeart/2016/7/layout/RepeatingBendingProcessNew"/>
    <dgm:cxn modelId="{771F0CB1-20D0-444B-9AAB-77C021433232}" type="presOf" srcId="{902D0634-B454-4CB8-B158-A69CA3740F99}" destId="{53711DAE-E6C4-455A-9D2B-71A983FDECF8}" srcOrd="1" destOrd="0" presId="urn:microsoft.com/office/officeart/2016/7/layout/RepeatingBendingProcessNew"/>
    <dgm:cxn modelId="{9E325AC5-4351-410D-905C-7BEF301B012A}" type="presOf" srcId="{902D0634-B454-4CB8-B158-A69CA3740F99}" destId="{3ED30D0C-ADC1-40F1-96D1-220B1B04DE60}" srcOrd="0" destOrd="0" presId="urn:microsoft.com/office/officeart/2016/7/layout/RepeatingBendingProcessNew"/>
    <dgm:cxn modelId="{AA2068C8-3C3E-43A0-9178-9E7973249909}" type="presOf" srcId="{98B525DC-5E8C-49A5-B35D-D7B36F1F92FD}" destId="{78A93976-307E-433E-B442-54CA74210E37}" srcOrd="0" destOrd="0" presId="urn:microsoft.com/office/officeart/2016/7/layout/RepeatingBendingProcessNew"/>
    <dgm:cxn modelId="{3A2931CF-7A79-4562-9A6E-BB96EA5A0BA5}" type="presOf" srcId="{AB0A8C7E-9ABD-46D9-AA20-C24D46743BFF}" destId="{27B3A7CB-591E-4095-862B-8DA9906F56FB}" srcOrd="0" destOrd="0" presId="urn:microsoft.com/office/officeart/2016/7/layout/RepeatingBendingProcessNew"/>
    <dgm:cxn modelId="{AE5D11DD-AA30-4691-8E57-C46630F0CF22}" srcId="{D8D60425-7F3B-4F21-8B6B-4110F56AC1A6}" destId="{2CA5CE66-2509-48DC-B0DA-7705E114A5B3}" srcOrd="4" destOrd="0" parTransId="{79277F2C-E862-4741-84C5-D852BB02287A}" sibTransId="{E7E3B9D5-75DE-4C30-9CDA-832719B47B2F}"/>
    <dgm:cxn modelId="{9B6C8DE7-679E-481B-B256-D93755B0B922}" type="presOf" srcId="{C0E6220E-DFC5-42AD-9FB2-2724F48C96FC}" destId="{49019B7B-78F2-471A-85E3-F24AC9233A80}" srcOrd="1" destOrd="0" presId="urn:microsoft.com/office/officeart/2016/7/layout/RepeatingBendingProcessNew"/>
    <dgm:cxn modelId="{F3FF3CF8-43EE-4560-A08C-9E5BAF10A5F6}" type="presOf" srcId="{E7E3B9D5-75DE-4C30-9CDA-832719B47B2F}" destId="{96C484F3-7538-45FE-9DCE-063C5F1E999B}" srcOrd="1" destOrd="0" presId="urn:microsoft.com/office/officeart/2016/7/layout/RepeatingBendingProcessNew"/>
    <dgm:cxn modelId="{001CBC54-0F37-4DB5-AFF2-3B86DA16E4E6}" type="presParOf" srcId="{9F678696-B19B-416A-B8ED-45C5D6093DCC}" destId="{748D3AE1-8B5D-43FF-8FEA-8EE38020F415}" srcOrd="0" destOrd="0" presId="urn:microsoft.com/office/officeart/2016/7/layout/RepeatingBendingProcessNew"/>
    <dgm:cxn modelId="{C34D798B-2C1A-4533-B784-A8E92F82200C}" type="presParOf" srcId="{9F678696-B19B-416A-B8ED-45C5D6093DCC}" destId="{9786EA4A-E406-4E0D-8239-79E2B03A57EB}" srcOrd="1" destOrd="0" presId="urn:microsoft.com/office/officeart/2016/7/layout/RepeatingBendingProcessNew"/>
    <dgm:cxn modelId="{B5A97C41-5858-46B5-927A-0BD76E8F25DE}" type="presParOf" srcId="{9786EA4A-E406-4E0D-8239-79E2B03A57EB}" destId="{49019B7B-78F2-471A-85E3-F24AC9233A80}" srcOrd="0" destOrd="0" presId="urn:microsoft.com/office/officeart/2016/7/layout/RepeatingBendingProcessNew"/>
    <dgm:cxn modelId="{A71EA9F4-8060-4D90-9C3D-2573E1D7F4ED}" type="presParOf" srcId="{9F678696-B19B-416A-B8ED-45C5D6093DCC}" destId="{78A93976-307E-433E-B442-54CA74210E37}" srcOrd="2" destOrd="0" presId="urn:microsoft.com/office/officeart/2016/7/layout/RepeatingBendingProcessNew"/>
    <dgm:cxn modelId="{67B6B2E1-B9D8-4B45-838B-B8DC3C739E79}" type="presParOf" srcId="{9F678696-B19B-416A-B8ED-45C5D6093DCC}" destId="{3ED30D0C-ADC1-40F1-96D1-220B1B04DE60}" srcOrd="3" destOrd="0" presId="urn:microsoft.com/office/officeart/2016/7/layout/RepeatingBendingProcessNew"/>
    <dgm:cxn modelId="{CD1D6BE8-71DA-4666-B0B0-54B70F61FFC4}" type="presParOf" srcId="{3ED30D0C-ADC1-40F1-96D1-220B1B04DE60}" destId="{53711DAE-E6C4-455A-9D2B-71A983FDECF8}" srcOrd="0" destOrd="0" presId="urn:microsoft.com/office/officeart/2016/7/layout/RepeatingBendingProcessNew"/>
    <dgm:cxn modelId="{A9166409-65B6-4AA9-AD51-C1DA5A2C7AA2}" type="presParOf" srcId="{9F678696-B19B-416A-B8ED-45C5D6093DCC}" destId="{E254D491-488F-452B-B0C4-551EBA1DDF8B}" srcOrd="4" destOrd="0" presId="urn:microsoft.com/office/officeart/2016/7/layout/RepeatingBendingProcessNew"/>
    <dgm:cxn modelId="{9829FE7A-7A01-49CE-9E74-08B101F956B2}" type="presParOf" srcId="{9F678696-B19B-416A-B8ED-45C5D6093DCC}" destId="{9AC54410-3F21-445D-9B08-F0189A51C1A1}" srcOrd="5" destOrd="0" presId="urn:microsoft.com/office/officeart/2016/7/layout/RepeatingBendingProcessNew"/>
    <dgm:cxn modelId="{AB1E743C-9D5D-44B8-9D73-4F403AAEDFAA}" type="presParOf" srcId="{9AC54410-3F21-445D-9B08-F0189A51C1A1}" destId="{5F0F8E07-CF34-419F-8555-59576E5CAAAC}" srcOrd="0" destOrd="0" presId="urn:microsoft.com/office/officeart/2016/7/layout/RepeatingBendingProcessNew"/>
    <dgm:cxn modelId="{67880F88-793A-4FB2-A6B6-354BB05AA576}" type="presParOf" srcId="{9F678696-B19B-416A-B8ED-45C5D6093DCC}" destId="{D13832D0-7C94-47FB-9EF4-59B6D4ED6651}" srcOrd="6" destOrd="0" presId="urn:microsoft.com/office/officeart/2016/7/layout/RepeatingBendingProcessNew"/>
    <dgm:cxn modelId="{7434EB09-8A91-461B-AA11-23CE767D7D64}" type="presParOf" srcId="{9F678696-B19B-416A-B8ED-45C5D6093DCC}" destId="{27B3A7CB-591E-4095-862B-8DA9906F56FB}" srcOrd="7" destOrd="0" presId="urn:microsoft.com/office/officeart/2016/7/layout/RepeatingBendingProcessNew"/>
    <dgm:cxn modelId="{9E3A0CB3-24EC-4445-B3FA-0D7309BF415E}" type="presParOf" srcId="{27B3A7CB-591E-4095-862B-8DA9906F56FB}" destId="{42ED9866-4F6A-448F-9F48-CC16B2F16DD0}" srcOrd="0" destOrd="0" presId="urn:microsoft.com/office/officeart/2016/7/layout/RepeatingBendingProcessNew"/>
    <dgm:cxn modelId="{FDC51C99-AA15-438F-BDDC-57414E6C0198}" type="presParOf" srcId="{9F678696-B19B-416A-B8ED-45C5D6093DCC}" destId="{500FE0E5-08E8-4297-9168-6DAE4A078987}" srcOrd="8" destOrd="0" presId="urn:microsoft.com/office/officeart/2016/7/layout/RepeatingBendingProcessNew"/>
    <dgm:cxn modelId="{A983A857-E676-43E0-9723-7B96017DBD69}" type="presParOf" srcId="{9F678696-B19B-416A-B8ED-45C5D6093DCC}" destId="{A5F17DB8-B34D-4FBD-9D96-31AD5038E4A4}" srcOrd="9" destOrd="0" presId="urn:microsoft.com/office/officeart/2016/7/layout/RepeatingBendingProcessNew"/>
    <dgm:cxn modelId="{50604FD2-2125-4F91-BC66-E27BE435B0FA}" type="presParOf" srcId="{A5F17DB8-B34D-4FBD-9D96-31AD5038E4A4}" destId="{96C484F3-7538-45FE-9DCE-063C5F1E999B}" srcOrd="0" destOrd="0" presId="urn:microsoft.com/office/officeart/2016/7/layout/RepeatingBendingProcessNew"/>
    <dgm:cxn modelId="{809C759A-B934-4B14-A8C3-F2D174425FD4}" type="presParOf" srcId="{9F678696-B19B-416A-B8ED-45C5D6093DCC}" destId="{981C57C2-6B70-4E59-82C0-95F7E4B2133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6EA4A-E406-4E0D-8239-79E2B03A57EB}">
      <dsp:nvSpPr>
        <dsp:cNvPr id="0" name=""/>
        <dsp:cNvSpPr/>
      </dsp:nvSpPr>
      <dsp:spPr>
        <a:xfrm>
          <a:off x="3423641" y="677342"/>
          <a:ext cx="5190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06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9430" y="720312"/>
        <a:ext cx="27483" cy="5501"/>
      </dsp:txXfrm>
    </dsp:sp>
    <dsp:sp modelId="{748D3AE1-8B5D-43FF-8FEA-8EE38020F415}">
      <dsp:nvSpPr>
        <dsp:cNvPr id="0" name=""/>
        <dsp:cNvSpPr/>
      </dsp:nvSpPr>
      <dsp:spPr>
        <a:xfrm>
          <a:off x="1035609" y="6113"/>
          <a:ext cx="2389831" cy="14338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104" tIns="122921" rIns="117104" bIns="12292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/>
              <a:ea typeface="Calibri"/>
              <a:cs typeface="Calibri"/>
            </a:rPr>
            <a:t>Factors for Selecting Waterfall or Agile</a:t>
          </a:r>
          <a:endParaRPr lang="en-US" sz="2000" kern="1200" dirty="0">
            <a:latin typeface="Calibri"/>
            <a:ea typeface="Calibri"/>
            <a:cs typeface="Calibri"/>
          </a:endParaRPr>
        </a:p>
      </dsp:txBody>
      <dsp:txXfrm>
        <a:off x="1035609" y="6113"/>
        <a:ext cx="2389831" cy="1433899"/>
      </dsp:txXfrm>
    </dsp:sp>
    <dsp:sp modelId="{3ED30D0C-ADC1-40F1-96D1-220B1B04DE60}">
      <dsp:nvSpPr>
        <dsp:cNvPr id="0" name=""/>
        <dsp:cNvSpPr/>
      </dsp:nvSpPr>
      <dsp:spPr>
        <a:xfrm>
          <a:off x="2230525" y="1438212"/>
          <a:ext cx="2939493" cy="519061"/>
        </a:xfrm>
        <a:custGeom>
          <a:avLst/>
          <a:gdLst/>
          <a:ahLst/>
          <a:cxnLst/>
          <a:rect l="0" t="0" r="0" b="0"/>
          <a:pathLst>
            <a:path>
              <a:moveTo>
                <a:pt x="2939493" y="0"/>
              </a:moveTo>
              <a:lnTo>
                <a:pt x="2939493" y="276630"/>
              </a:lnTo>
              <a:lnTo>
                <a:pt x="0" y="276630"/>
              </a:lnTo>
              <a:lnTo>
                <a:pt x="0" y="519061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5510" y="1694992"/>
        <a:ext cx="149522" cy="5501"/>
      </dsp:txXfrm>
    </dsp:sp>
    <dsp:sp modelId="{78A93976-307E-433E-B442-54CA74210E37}">
      <dsp:nvSpPr>
        <dsp:cNvPr id="0" name=""/>
        <dsp:cNvSpPr/>
      </dsp:nvSpPr>
      <dsp:spPr>
        <a:xfrm>
          <a:off x="3975102" y="6113"/>
          <a:ext cx="2389831" cy="14338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104" tIns="122921" rIns="117104" bIns="12292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Calibri"/>
              <a:ea typeface="Calibri"/>
              <a:cs typeface="Calibri"/>
            </a:rPr>
            <a:t>Project Scope</a:t>
          </a:r>
          <a:r>
            <a:rPr lang="en-US" sz="1800" kern="1200" dirty="0">
              <a:latin typeface="Calibri"/>
              <a:ea typeface="Calibri"/>
              <a:cs typeface="Calibri"/>
            </a:rPr>
            <a:t>: Fixed scope favors Waterfall; evolving scope suits Agile.</a:t>
          </a:r>
        </a:p>
      </dsp:txBody>
      <dsp:txXfrm>
        <a:off x="3975102" y="6113"/>
        <a:ext cx="2389831" cy="1433899"/>
      </dsp:txXfrm>
    </dsp:sp>
    <dsp:sp modelId="{9AC54410-3F21-445D-9B08-F0189A51C1A1}">
      <dsp:nvSpPr>
        <dsp:cNvPr id="0" name=""/>
        <dsp:cNvSpPr/>
      </dsp:nvSpPr>
      <dsp:spPr>
        <a:xfrm>
          <a:off x="3423641" y="2660903"/>
          <a:ext cx="5190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06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9430" y="2703872"/>
        <a:ext cx="27483" cy="5501"/>
      </dsp:txXfrm>
    </dsp:sp>
    <dsp:sp modelId="{E254D491-488F-452B-B0C4-551EBA1DDF8B}">
      <dsp:nvSpPr>
        <dsp:cNvPr id="0" name=""/>
        <dsp:cNvSpPr/>
      </dsp:nvSpPr>
      <dsp:spPr>
        <a:xfrm>
          <a:off x="1035609" y="1989673"/>
          <a:ext cx="2389831" cy="14338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104" tIns="122921" rIns="117104" bIns="12292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Calibri"/>
              <a:ea typeface="Calibri"/>
              <a:cs typeface="Calibri"/>
            </a:rPr>
            <a:t>Client Involvement</a:t>
          </a:r>
          <a:r>
            <a:rPr lang="en-US" sz="1800" kern="1200" dirty="0">
              <a:latin typeface="Calibri"/>
              <a:ea typeface="Calibri"/>
              <a:cs typeface="Calibri"/>
            </a:rPr>
            <a:t>: Agile thrives on frequent feedback; Waterfall limits interaction.</a:t>
          </a:r>
        </a:p>
      </dsp:txBody>
      <dsp:txXfrm>
        <a:off x="1035609" y="1989673"/>
        <a:ext cx="2389831" cy="1433899"/>
      </dsp:txXfrm>
    </dsp:sp>
    <dsp:sp modelId="{27B3A7CB-591E-4095-862B-8DA9906F56FB}">
      <dsp:nvSpPr>
        <dsp:cNvPr id="0" name=""/>
        <dsp:cNvSpPr/>
      </dsp:nvSpPr>
      <dsp:spPr>
        <a:xfrm>
          <a:off x="2230525" y="3421773"/>
          <a:ext cx="2939493" cy="519061"/>
        </a:xfrm>
        <a:custGeom>
          <a:avLst/>
          <a:gdLst/>
          <a:ahLst/>
          <a:cxnLst/>
          <a:rect l="0" t="0" r="0" b="0"/>
          <a:pathLst>
            <a:path>
              <a:moveTo>
                <a:pt x="2939493" y="0"/>
              </a:moveTo>
              <a:lnTo>
                <a:pt x="2939493" y="276630"/>
              </a:lnTo>
              <a:lnTo>
                <a:pt x="0" y="276630"/>
              </a:lnTo>
              <a:lnTo>
                <a:pt x="0" y="519061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5510" y="3678552"/>
        <a:ext cx="149522" cy="5501"/>
      </dsp:txXfrm>
    </dsp:sp>
    <dsp:sp modelId="{D13832D0-7C94-47FB-9EF4-59B6D4ED6651}">
      <dsp:nvSpPr>
        <dsp:cNvPr id="0" name=""/>
        <dsp:cNvSpPr/>
      </dsp:nvSpPr>
      <dsp:spPr>
        <a:xfrm>
          <a:off x="3975102" y="1989673"/>
          <a:ext cx="2389831" cy="14338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104" tIns="122921" rIns="117104" bIns="12292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Calibri"/>
              <a:ea typeface="Calibri"/>
              <a:cs typeface="Calibri"/>
            </a:rPr>
            <a:t>Timeline &amp; Budget</a:t>
          </a:r>
          <a:r>
            <a:rPr lang="en-US" sz="1800" kern="1200" dirty="0">
              <a:latin typeface="Calibri"/>
              <a:ea typeface="Calibri"/>
              <a:cs typeface="Calibri"/>
            </a:rPr>
            <a:t>: Waterfall offers predictability; Agile allows flexibility.</a:t>
          </a:r>
        </a:p>
      </dsp:txBody>
      <dsp:txXfrm>
        <a:off x="3975102" y="1989673"/>
        <a:ext cx="2389831" cy="1433899"/>
      </dsp:txXfrm>
    </dsp:sp>
    <dsp:sp modelId="{A5F17DB8-B34D-4FBD-9D96-31AD5038E4A4}">
      <dsp:nvSpPr>
        <dsp:cNvPr id="0" name=""/>
        <dsp:cNvSpPr/>
      </dsp:nvSpPr>
      <dsp:spPr>
        <a:xfrm>
          <a:off x="3423641" y="4644464"/>
          <a:ext cx="5190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06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9430" y="4687433"/>
        <a:ext cx="27483" cy="5501"/>
      </dsp:txXfrm>
    </dsp:sp>
    <dsp:sp modelId="{500FE0E5-08E8-4297-9168-6DAE4A078987}">
      <dsp:nvSpPr>
        <dsp:cNvPr id="0" name=""/>
        <dsp:cNvSpPr/>
      </dsp:nvSpPr>
      <dsp:spPr>
        <a:xfrm>
          <a:off x="1035609" y="3973234"/>
          <a:ext cx="2389831" cy="14338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104" tIns="122921" rIns="117104" bIns="12292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Calibri"/>
              <a:ea typeface="Calibri"/>
              <a:cs typeface="Calibri"/>
            </a:rPr>
            <a:t>Team Dynamics</a:t>
          </a:r>
          <a:r>
            <a:rPr lang="en-US" sz="1800" kern="1200" dirty="0">
              <a:latin typeface="Calibri"/>
              <a:ea typeface="Calibri"/>
              <a:cs typeface="Calibri"/>
            </a:rPr>
            <a:t>: Agile supports self-organizing teams; Waterfall relies on structured roles7.</a:t>
          </a:r>
        </a:p>
      </dsp:txBody>
      <dsp:txXfrm>
        <a:off x="1035609" y="3973234"/>
        <a:ext cx="2389831" cy="1433899"/>
      </dsp:txXfrm>
    </dsp:sp>
    <dsp:sp modelId="{981C57C2-6B70-4E59-82C0-95F7E4B21332}">
      <dsp:nvSpPr>
        <dsp:cNvPr id="0" name=""/>
        <dsp:cNvSpPr/>
      </dsp:nvSpPr>
      <dsp:spPr>
        <a:xfrm>
          <a:off x="3975102" y="3973234"/>
          <a:ext cx="2389831" cy="14338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104" tIns="122921" rIns="117104" bIns="122921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/>
              <a:ea typeface="Calibri"/>
              <a:cs typeface="Calibri"/>
            </a:rPr>
            <a:t>🧠 </a:t>
          </a:r>
          <a:r>
            <a:rPr lang="en-US" sz="1600" i="1" kern="1200" dirty="0">
              <a:latin typeface="Calibri"/>
              <a:ea typeface="Calibri"/>
              <a:cs typeface="Calibri"/>
            </a:rPr>
            <a:t>For SNHU Travel, Agile was ideal due to changing requirements and the need for rapid iteration.</a:t>
          </a:r>
          <a:endParaRPr lang="en-US" sz="1600" kern="1200" dirty="0">
            <a:latin typeface="Calibri"/>
            <a:ea typeface="Calibri"/>
            <a:cs typeface="Calibri"/>
          </a:endParaRPr>
        </a:p>
      </dsp:txBody>
      <dsp:txXfrm>
        <a:off x="3975102" y="3973234"/>
        <a:ext cx="2389831" cy="1433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1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2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8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1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1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1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8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33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1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68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28" r:id="rId6"/>
    <p:sldLayoutId id="2147483824" r:id="rId7"/>
    <p:sldLayoutId id="2147483825" r:id="rId8"/>
    <p:sldLayoutId id="2147483826" r:id="rId9"/>
    <p:sldLayoutId id="2147483827" r:id="rId10"/>
    <p:sldLayoutId id="214748382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ductplan.com/learn/agile-vs-waterfal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articles/scrum-roles-and-responsibilities" TargetMode="External"/><Relationship Id="rId7" Type="http://schemas.openxmlformats.org/officeDocument/2006/relationships/hyperlink" Target="https://ones.com/blog/comparison/choosing-waterfall-agile-key-factors-use-cases/" TargetMode="External"/><Relationship Id="rId2" Type="http://schemas.openxmlformats.org/officeDocument/2006/relationships/hyperlink" Target="https://www.productplan.com/learn/agile-vs-waterfal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sources.scrumalliance.org/Article/scrum-team" TargetMode="External"/><Relationship Id="rId5" Type="http://schemas.openxmlformats.org/officeDocument/2006/relationships/hyperlink" Target="https://www.6sigma.us/six-sigma-in-focus/agile-sdlc-software-development-life-cycle/" TargetMode="External"/><Relationship Id="rId4" Type="http://schemas.openxmlformats.org/officeDocument/2006/relationships/hyperlink" Target="https://www.geeksforgeeks.org/software-engineering/agile-sdlc-software-development-life-cyc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88" y="914400"/>
            <a:ext cx="5852829" cy="1180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Scrum-Agile Roles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for a computer&#10;&#10;AI-generated content may be incorrect.">
            <a:extLst>
              <a:ext uri="{FF2B5EF4-FFF2-40B4-BE49-F238E27FC236}">
                <a16:creationId xmlns:a16="http://schemas.microsoft.com/office/drawing/2014/main" id="{1A81A338-5D24-33FC-66C5-A8613234F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1" r="2977" b="2"/>
          <a:stretch>
            <a:fillRect/>
          </a:stretch>
        </p:blipFill>
        <p:spPr>
          <a:xfrm>
            <a:off x="1112372" y="2286633"/>
            <a:ext cx="4925353" cy="387642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4960" y="652168"/>
            <a:ext cx="4806766" cy="5549073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Calibri"/>
                <a:ea typeface="Calibri"/>
                <a:cs typeface="Calibri"/>
              </a:rPr>
              <a:t>Key Roles in a Scrum-Agile Team</a:t>
            </a:r>
            <a:endParaRPr lang="en-US" dirty="0"/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Product Owner</a:t>
            </a:r>
            <a:r>
              <a:rPr lang="en-US" dirty="0">
                <a:latin typeface="Calibri"/>
                <a:ea typeface="Calibri"/>
                <a:cs typeface="Calibri"/>
              </a:rPr>
              <a:t>: Defines the product vision, prioritizes backlog items, and ensures value delivery to stakeholders.</a:t>
            </a: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Scrum Master</a:t>
            </a:r>
            <a:r>
              <a:rPr lang="en-US" dirty="0">
                <a:latin typeface="Calibri"/>
                <a:ea typeface="Calibri"/>
                <a:cs typeface="Calibri"/>
              </a:rPr>
              <a:t>: Facilitates Scrum events, removes blockers, and coaches the team on Agile principles.</a:t>
            </a: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Development Team</a:t>
            </a:r>
            <a:r>
              <a:rPr lang="en-US" dirty="0">
                <a:latin typeface="Calibri"/>
                <a:ea typeface="Calibri"/>
                <a:cs typeface="Calibri"/>
              </a:rPr>
              <a:t>: Cross-functional members who self-organize to deliver increments of working software.</a:t>
            </a:r>
          </a:p>
          <a:p>
            <a:pPr>
              <a:lnSpc>
                <a:spcPct val="100000"/>
              </a:lnSpc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Calibri"/>
                <a:ea typeface="Calibri"/>
                <a:cs typeface="Calibri"/>
              </a:rPr>
              <a:t>🧠 </a:t>
            </a:r>
            <a:r>
              <a:rPr lang="en-US" sz="1800" i="1" dirty="0">
                <a:latin typeface="Calibri"/>
                <a:ea typeface="Calibri"/>
                <a:cs typeface="Calibri"/>
              </a:rPr>
              <a:t>Each role is essential for maintaining transparency, collaboration, and continuous improvement.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A76CD-A8CD-F529-92E5-C3054DA2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620195" cy="1180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latin typeface="Calibri"/>
                <a:ea typeface="+mj-lt"/>
                <a:cs typeface="+mj-lt"/>
              </a:rPr>
              <a:t>🔄 Agile SDLC Phases</a:t>
            </a:r>
            <a:endParaRPr lang="en-US" sz="3200" dirty="0">
              <a:latin typeface="Calibri"/>
              <a:ea typeface="Calibri"/>
              <a:cs typeface="Calibri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8B787C39-E751-585B-CDDC-95A6A91D5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14" y="2286633"/>
            <a:ext cx="5498469" cy="38764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7F932-F561-3D40-0C58-B5C07084A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754" y="717857"/>
            <a:ext cx="5489937" cy="54439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alibri"/>
                <a:ea typeface="+mn-lt"/>
                <a:cs typeface="+mn-lt"/>
              </a:rPr>
              <a:t>Phases of the Agile Software Development Life Cycle</a:t>
            </a:r>
            <a:endParaRPr lang="en-US" b="1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Calibri"/>
                <a:ea typeface="+mn-lt"/>
                <a:cs typeface="+mn-lt"/>
              </a:rPr>
              <a:t>Requirement Gathering</a:t>
            </a:r>
            <a:r>
              <a:rPr lang="en-US" dirty="0">
                <a:latin typeface="Calibri"/>
                <a:ea typeface="+mn-lt"/>
                <a:cs typeface="+mn-lt"/>
              </a:rPr>
              <a:t>: Stakeholder collaboration to define user stories.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Calibri"/>
                <a:ea typeface="+mn-lt"/>
                <a:cs typeface="+mn-lt"/>
              </a:rPr>
              <a:t>Design</a:t>
            </a:r>
            <a:r>
              <a:rPr lang="en-US" dirty="0">
                <a:latin typeface="Calibri"/>
                <a:ea typeface="+mn-lt"/>
                <a:cs typeface="+mn-lt"/>
              </a:rPr>
              <a:t>: Translate requirements into wireframes or prototypes.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Calibri"/>
                <a:ea typeface="+mn-lt"/>
                <a:cs typeface="+mn-lt"/>
              </a:rPr>
              <a:t>Development</a:t>
            </a:r>
            <a:r>
              <a:rPr lang="en-US" dirty="0">
                <a:latin typeface="Calibri"/>
                <a:ea typeface="+mn-lt"/>
                <a:cs typeface="+mn-lt"/>
              </a:rPr>
              <a:t>: Iterative coding in short sprints.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Calibri"/>
                <a:ea typeface="+mn-lt"/>
                <a:cs typeface="+mn-lt"/>
              </a:rPr>
              <a:t>Testing</a:t>
            </a:r>
            <a:r>
              <a:rPr lang="en-US" dirty="0">
                <a:latin typeface="Calibri"/>
                <a:ea typeface="+mn-lt"/>
                <a:cs typeface="+mn-lt"/>
              </a:rPr>
              <a:t>: Continuous integration and user acceptance testing.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Calibri"/>
                <a:ea typeface="+mn-lt"/>
                <a:cs typeface="+mn-lt"/>
              </a:rPr>
              <a:t>Deployment</a:t>
            </a:r>
            <a:r>
              <a:rPr lang="en-US" dirty="0">
                <a:latin typeface="Calibri"/>
                <a:ea typeface="+mn-lt"/>
                <a:cs typeface="+mn-lt"/>
              </a:rPr>
              <a:t>: Frequent releases using automated tools.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Calibri"/>
                <a:ea typeface="+mn-lt"/>
                <a:cs typeface="+mn-lt"/>
              </a:rPr>
              <a:t>Feedback</a:t>
            </a:r>
            <a:r>
              <a:rPr lang="en-US" dirty="0">
                <a:latin typeface="Calibri"/>
                <a:ea typeface="+mn-lt"/>
                <a:cs typeface="+mn-lt"/>
              </a:rPr>
              <a:t>: Stakeholder input drives refinement and future planning.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libri"/>
                <a:ea typeface="+mn-lt"/>
                <a:cs typeface="+mn-lt"/>
              </a:rPr>
              <a:t>📌 </a:t>
            </a:r>
            <a:r>
              <a:rPr lang="en-US" sz="1800" i="1" dirty="0">
                <a:latin typeface="Calibri"/>
                <a:ea typeface="+mn-lt"/>
                <a:cs typeface="+mn-lt"/>
              </a:rPr>
              <a:t>Agile emphasizes adaptability and customer-centric development.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6733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DBA98-9D61-7F9D-5609-8F5E373DF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10683765" cy="1307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latin typeface="Calibri"/>
                <a:ea typeface="+mj-lt"/>
                <a:cs typeface="+mj-lt"/>
              </a:rPr>
              <a:t>🔁 Waterfall vs. Agile Comparison</a:t>
            </a:r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485D2A-6F82-7269-9503-095F81993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313957"/>
            <a:ext cx="10683765" cy="382014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alibri"/>
                <a:ea typeface="+mn-lt"/>
                <a:cs typeface="+mn-lt"/>
              </a:rPr>
              <a:t>Waterfall vs. Agile Development Approaches</a:t>
            </a:r>
            <a:endParaRPr lang="en-US" b="1" dirty="0"/>
          </a:p>
          <a:p>
            <a:pPr>
              <a:lnSpc>
                <a:spcPct val="100000"/>
              </a:lnSpc>
            </a:pPr>
            <a:endParaRPr lang="en-US" dirty="0">
              <a:latin typeface="Calibri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/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/>
                <a:ea typeface="+mn-lt"/>
                <a:cs typeface="+mn-lt"/>
              </a:rPr>
              <a:t>                        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libri"/>
                <a:ea typeface="+mn-lt"/>
                <a:cs typeface="+mn-lt"/>
              </a:rPr>
              <a:t>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libri"/>
                <a:ea typeface="+mn-lt"/>
                <a:cs typeface="+mn-lt"/>
              </a:rPr>
              <a:t>📊 Source: </a:t>
            </a:r>
            <a:r>
              <a:rPr lang="en-US" sz="1800" dirty="0">
                <a:latin typeface="Calibri"/>
                <a:ea typeface="+mn-lt"/>
                <a:cs typeface="+mn-lt"/>
                <a:hlinkClick r:id="rId2"/>
              </a:rPr>
              <a:t>ProductPlan Comparison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8188C30-F2DB-588D-694A-A269BB7E5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814896"/>
              </p:ext>
            </p:extLst>
          </p:nvPr>
        </p:nvGraphicFramePr>
        <p:xfrm>
          <a:off x="748861" y="2772103"/>
          <a:ext cx="10692928" cy="2730723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3327149">
                  <a:extLst>
                    <a:ext uri="{9D8B030D-6E8A-4147-A177-3AD203B41FA5}">
                      <a16:colId xmlns:a16="http://schemas.microsoft.com/office/drawing/2014/main" val="1374140729"/>
                    </a:ext>
                  </a:extLst>
                </a:gridCol>
                <a:gridCol w="3533411">
                  <a:extLst>
                    <a:ext uri="{9D8B030D-6E8A-4147-A177-3AD203B41FA5}">
                      <a16:colId xmlns:a16="http://schemas.microsoft.com/office/drawing/2014/main" val="1580535840"/>
                    </a:ext>
                  </a:extLst>
                </a:gridCol>
                <a:gridCol w="3832368">
                  <a:extLst>
                    <a:ext uri="{9D8B030D-6E8A-4147-A177-3AD203B41FA5}">
                      <a16:colId xmlns:a16="http://schemas.microsoft.com/office/drawing/2014/main" val="3930747353"/>
                    </a:ext>
                  </a:extLst>
                </a:gridCol>
              </a:tblGrid>
              <a:tr h="314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Feature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Waterfall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Agile</a:t>
                      </a:r>
                    </a:p>
                  </a:txBody>
                  <a:tcPr marL="69617" marR="69617" marT="34808" marB="34808" anchor="ctr"/>
                </a:tc>
                <a:extLst>
                  <a:ext uri="{0D108BD9-81ED-4DB2-BD59-A6C34878D82A}">
                    <a16:rowId xmlns:a16="http://schemas.microsoft.com/office/drawing/2014/main" val="2419432144"/>
                  </a:ext>
                </a:extLst>
              </a:tr>
              <a:tr h="53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Structure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Linear, sequential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Iterative, incremental</a:t>
                      </a:r>
                    </a:p>
                  </a:txBody>
                  <a:tcPr marL="69617" marR="69617" marT="34808" marB="34808" anchor="ctr"/>
                </a:tc>
                <a:extLst>
                  <a:ext uri="{0D108BD9-81ED-4DB2-BD59-A6C34878D82A}">
                    <a16:rowId xmlns:a16="http://schemas.microsoft.com/office/drawing/2014/main" val="1907149837"/>
                  </a:ext>
                </a:extLst>
              </a:tr>
              <a:tr h="314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Flexibility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Low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High</a:t>
                      </a:r>
                    </a:p>
                  </a:txBody>
                  <a:tcPr marL="69617" marR="69617" marT="34808" marB="34808" anchor="ctr"/>
                </a:tc>
                <a:extLst>
                  <a:ext uri="{0D108BD9-81ED-4DB2-BD59-A6C34878D82A}">
                    <a16:rowId xmlns:a16="http://schemas.microsoft.com/office/drawing/2014/main" val="1128373878"/>
                  </a:ext>
                </a:extLst>
              </a:tr>
              <a:tr h="314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Feedback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End of project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Continuous</a:t>
                      </a:r>
                    </a:p>
                  </a:txBody>
                  <a:tcPr marL="69617" marR="69617" marT="34808" marB="34808" anchor="ctr"/>
                </a:tc>
                <a:extLst>
                  <a:ext uri="{0D108BD9-81ED-4DB2-BD59-A6C34878D82A}">
                    <a16:rowId xmlns:a16="http://schemas.microsoft.com/office/drawing/2014/main" val="3669221775"/>
                  </a:ext>
                </a:extLst>
              </a:tr>
              <a:tr h="53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Risk Management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Late detection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Early detection</a:t>
                      </a:r>
                    </a:p>
                  </a:txBody>
                  <a:tcPr marL="69617" marR="69617" marT="34808" marB="34808" anchor="ctr"/>
                </a:tc>
                <a:extLst>
                  <a:ext uri="{0D108BD9-81ED-4DB2-BD59-A6C34878D82A}">
                    <a16:rowId xmlns:a16="http://schemas.microsoft.com/office/drawing/2014/main" val="1952061054"/>
                  </a:ext>
                </a:extLst>
              </a:tr>
              <a:tr h="53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Best For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Fixed-scope projects</a:t>
                      </a:r>
                    </a:p>
                  </a:txBody>
                  <a:tcPr marL="69617" marR="69617" marT="34808" marB="348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/>
                        </a:rPr>
                        <a:t>Evolving requirements</a:t>
                      </a:r>
                    </a:p>
                  </a:txBody>
                  <a:tcPr marL="69617" marR="69617" marT="34808" marB="34808" anchor="ctr"/>
                </a:tc>
                <a:extLst>
                  <a:ext uri="{0D108BD9-81ED-4DB2-BD59-A6C34878D82A}">
                    <a16:rowId xmlns:a16="http://schemas.microsoft.com/office/drawing/2014/main" val="320470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89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6FC9CB-D475-196B-8A85-365435DE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802888"/>
            <a:ext cx="7350760" cy="1419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latin typeface="Calibri"/>
                <a:ea typeface="+mj-lt"/>
                <a:cs typeface="+mj-lt"/>
              </a:rPr>
              <a:t>⚖️ Choosing the Right Approach</a:t>
            </a:r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erson standing on a road with two roads&#10;&#10;AI-generated content may be incorrect.">
            <a:extLst>
              <a:ext uri="{FF2B5EF4-FFF2-40B4-BE49-F238E27FC236}">
                <a16:creationId xmlns:a16="http://schemas.microsoft.com/office/drawing/2014/main" id="{BB0F5560-50EA-58E5-8181-E814D0ACC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2" r="29538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AE01104-2458-CA08-0ED1-43572E0852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4648324"/>
              </p:ext>
            </p:extLst>
          </p:nvPr>
        </p:nvGraphicFramePr>
        <p:xfrm>
          <a:off x="91440" y="1444753"/>
          <a:ext cx="7400544" cy="5413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660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1429-45CC-F477-FBD1-C8E5518C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b="1" dirty="0">
                <a:latin typeface="Calibri"/>
                <a:ea typeface="+mj-lt"/>
                <a:cs typeface="+mj-lt"/>
              </a:rPr>
              <a:t>📚 References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D651B-3BE5-1C97-596D-09AC886C7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65098"/>
            <a:ext cx="10691265" cy="4449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n-US" sz="1800" err="1">
                <a:latin typeface="Calibri"/>
                <a:ea typeface="+mn-lt"/>
                <a:cs typeface="+mn-lt"/>
              </a:rPr>
              <a:t>ProductPlan</a:t>
            </a:r>
            <a:r>
              <a:rPr lang="en-US" sz="1800" dirty="0">
                <a:latin typeface="Calibri"/>
                <a:ea typeface="+mn-lt"/>
                <a:cs typeface="+mn-lt"/>
              </a:rPr>
              <a:t>. (2025). </a:t>
            </a:r>
            <a:r>
              <a:rPr lang="en-US" sz="1800" i="1" dirty="0">
                <a:latin typeface="Calibri"/>
                <a:ea typeface="+mn-lt"/>
                <a:cs typeface="+mn-lt"/>
              </a:rPr>
              <a:t>Agile vs. Waterfall: Pros, Cons, and Key Differences</a:t>
            </a:r>
            <a:r>
              <a:rPr lang="en-US" sz="1800" dirty="0">
                <a:latin typeface="Calibri"/>
                <a:ea typeface="+mn-lt"/>
                <a:cs typeface="+mn-lt"/>
              </a:rPr>
              <a:t>. </a:t>
            </a:r>
            <a:r>
              <a:rPr lang="en-US" sz="1800" dirty="0">
                <a:latin typeface="Calibri"/>
                <a:ea typeface="+mn-lt"/>
                <a:cs typeface="+mn-lt"/>
                <a:hlinkClick r:id="rId2"/>
              </a:rPr>
              <a:t>https://www.productplan.com/learn/agile-vs-waterfall/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800" dirty="0">
                <a:latin typeface="Calibri"/>
                <a:ea typeface="+mn-lt"/>
                <a:cs typeface="+mn-lt"/>
              </a:rPr>
              <a:t>Coursera. (2025). </a:t>
            </a:r>
            <a:r>
              <a:rPr lang="en-US" sz="1800" i="1" dirty="0">
                <a:latin typeface="Calibri"/>
                <a:ea typeface="+mn-lt"/>
                <a:cs typeface="+mn-lt"/>
              </a:rPr>
              <a:t>Scrum Roles and Responsibilities Explained</a:t>
            </a:r>
            <a:r>
              <a:rPr lang="en-US" sz="1800" dirty="0">
                <a:latin typeface="Calibri"/>
                <a:ea typeface="+mn-lt"/>
                <a:cs typeface="+mn-lt"/>
              </a:rPr>
              <a:t>. </a:t>
            </a:r>
            <a:r>
              <a:rPr lang="en-US" sz="1800" dirty="0">
                <a:latin typeface="Calibri"/>
                <a:ea typeface="+mn-lt"/>
                <a:cs typeface="+mn-lt"/>
                <a:hlinkClick r:id="rId3"/>
              </a:rPr>
              <a:t>https://www.coursera.org/articles/scrum-roles-and-responsibilities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800" err="1">
                <a:latin typeface="Calibri"/>
                <a:ea typeface="+mn-lt"/>
                <a:cs typeface="+mn-lt"/>
              </a:rPr>
              <a:t>GeeksforGeeks</a:t>
            </a:r>
            <a:r>
              <a:rPr lang="en-US" sz="1800" dirty="0">
                <a:latin typeface="Calibri"/>
                <a:ea typeface="+mn-lt"/>
                <a:cs typeface="+mn-lt"/>
              </a:rPr>
              <a:t>. (2025). </a:t>
            </a:r>
            <a:r>
              <a:rPr lang="en-US" sz="1800" i="1" dirty="0">
                <a:latin typeface="Calibri"/>
                <a:ea typeface="+mn-lt"/>
                <a:cs typeface="+mn-lt"/>
              </a:rPr>
              <a:t>Agile SDLC (Software Development Life Cycle)</a:t>
            </a:r>
            <a:r>
              <a:rPr lang="en-US" sz="1800" dirty="0">
                <a:latin typeface="Calibri"/>
                <a:ea typeface="+mn-lt"/>
                <a:cs typeface="+mn-lt"/>
              </a:rPr>
              <a:t>. </a:t>
            </a:r>
            <a:r>
              <a:rPr lang="en-US" sz="1800" dirty="0">
                <a:latin typeface="Calibri"/>
                <a:ea typeface="+mn-lt"/>
                <a:cs typeface="+mn-lt"/>
                <a:hlinkClick r:id="rId4"/>
              </a:rPr>
              <a:t>https://www.geeksforgeeks.org/software-engineering/agile-sdlc-software-development-life-cycle/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800" dirty="0">
                <a:latin typeface="Calibri"/>
                <a:ea typeface="+mn-lt"/>
                <a:cs typeface="+mn-lt"/>
              </a:rPr>
              <a:t>SixSigma.us. . (2025). </a:t>
            </a:r>
            <a:r>
              <a:rPr lang="en-US" sz="1800" i="1" dirty="0">
                <a:latin typeface="Calibri"/>
                <a:ea typeface="+mn-lt"/>
                <a:cs typeface="+mn-lt"/>
              </a:rPr>
              <a:t>What is Agile SDLC? A Complete Overview</a:t>
            </a:r>
            <a:r>
              <a:rPr lang="en-US" sz="1800" dirty="0">
                <a:latin typeface="Calibri"/>
                <a:ea typeface="+mn-lt"/>
                <a:cs typeface="+mn-lt"/>
              </a:rPr>
              <a:t>. </a:t>
            </a:r>
            <a:r>
              <a:rPr lang="en-US" sz="1800" dirty="0">
                <a:latin typeface="Calibri"/>
                <a:ea typeface="+mn-lt"/>
                <a:cs typeface="+mn-lt"/>
                <a:hlinkClick r:id="rId5"/>
              </a:rPr>
              <a:t>https://www.6sigma.us/six-sigma-in-focus/agile-sdlc-software-development-life-cycle/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800" dirty="0">
                <a:latin typeface="Calibri"/>
                <a:ea typeface="+mn-lt"/>
                <a:cs typeface="+mn-lt"/>
              </a:rPr>
              <a:t>Scrum Alliance. (2025). </a:t>
            </a:r>
            <a:r>
              <a:rPr lang="en-US" sz="1800" i="1" dirty="0">
                <a:latin typeface="Calibri"/>
                <a:ea typeface="+mn-lt"/>
                <a:cs typeface="+mn-lt"/>
              </a:rPr>
              <a:t>The Scrum Team Roles and Accountabilities</a:t>
            </a:r>
            <a:r>
              <a:rPr lang="en-US" sz="1800" dirty="0">
                <a:latin typeface="Calibri"/>
                <a:ea typeface="+mn-lt"/>
                <a:cs typeface="+mn-lt"/>
              </a:rPr>
              <a:t>. </a:t>
            </a:r>
            <a:r>
              <a:rPr lang="en-US" sz="1800" dirty="0">
                <a:latin typeface="Calibri"/>
                <a:ea typeface="+mn-lt"/>
                <a:cs typeface="+mn-lt"/>
                <a:hlinkClick r:id="rId6"/>
              </a:rPr>
              <a:t>https://resources.scrumalliance.org/Article/scrum-team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1800" dirty="0">
                <a:latin typeface="Calibri"/>
                <a:ea typeface="+mn-lt"/>
                <a:cs typeface="+mn-lt"/>
              </a:rPr>
              <a:t>ONES.com. . (2025). </a:t>
            </a:r>
            <a:r>
              <a:rPr lang="en-US" sz="1800" i="1" dirty="0">
                <a:latin typeface="Calibri"/>
                <a:ea typeface="+mn-lt"/>
                <a:cs typeface="+mn-lt"/>
              </a:rPr>
              <a:t>Choosing Between Waterfall and Agile in 2025</a:t>
            </a:r>
            <a:r>
              <a:rPr lang="en-US" sz="1800" dirty="0">
                <a:latin typeface="Calibri"/>
                <a:ea typeface="+mn-lt"/>
                <a:cs typeface="+mn-lt"/>
              </a:rPr>
              <a:t>. </a:t>
            </a:r>
            <a:r>
              <a:rPr lang="en-US" sz="1800" dirty="0">
                <a:latin typeface="Calibri"/>
                <a:ea typeface="+mn-lt"/>
                <a:cs typeface="+mn-lt"/>
                <a:hlinkClick r:id="rId7"/>
              </a:rPr>
              <a:t>https://ones.com/blog/comparison/choosing-waterfall-agile-key-factors-use-cases/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>
              <a:buAutoNum type="arabicPeriod"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921070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440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Calisto MT</vt:lpstr>
      <vt:lpstr>Univers Condensed</vt:lpstr>
      <vt:lpstr>ChronicleVTI</vt:lpstr>
      <vt:lpstr>🎯 Scrum-Agile Roles</vt:lpstr>
      <vt:lpstr>🔄 Agile SDLC Phases</vt:lpstr>
      <vt:lpstr>🔁 Waterfall vs. Agile Comparison</vt:lpstr>
      <vt:lpstr>⚖️ Choosing the Right Approach</vt:lpstr>
      <vt:lpstr>📚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Matthew Wood</cp:lastModifiedBy>
  <cp:revision>231</cp:revision>
  <dcterms:created xsi:type="dcterms:W3CDTF">2025-08-16T03:22:33Z</dcterms:created>
  <dcterms:modified xsi:type="dcterms:W3CDTF">2025-08-16T04:53:53Z</dcterms:modified>
</cp:coreProperties>
</file>